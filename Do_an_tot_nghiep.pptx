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70" r:id="rId11"/>
    <p:sldId id="271" r:id="rId12"/>
    <p:sldId id="266" r:id="rId13"/>
    <p:sldId id="267" r:id="rId14"/>
  </p:sldIdLst>
  <p:sldSz cx="18288000" cy="10287000"/>
  <p:notesSz cx="6858000" cy="9144000"/>
  <p:embeddedFontLst>
    <p:embeddedFont>
      <p:font typeface="Fahkwang Bold" panose="020B0604020202020204" charset="-34"/>
      <p:regular r:id="rId16"/>
    </p:embeddedFont>
    <p:embeddedFont>
      <p:font typeface="Noto Sans" panose="020B0502040504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4622" autoAdjust="0"/>
  </p:normalViewPr>
  <p:slideViewPr>
    <p:cSldViewPr>
      <p:cViewPr varScale="1">
        <p:scale>
          <a:sx n="71" d="100"/>
          <a:sy n="71" d="100"/>
        </p:scale>
        <p:origin x="11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4FB92-137B-45C9-8EDD-1ECE724C8D1C}" type="datetimeFigureOut">
              <a:rPr lang="en-US" smtClean="0"/>
              <a:t>16/6/2025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15271-490E-4CC2-8E64-C7F055BBBA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4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687688">
            <a:off x="10282257" y="5034286"/>
            <a:ext cx="8922358" cy="9404330"/>
          </a:xfrm>
          <a:custGeom>
            <a:avLst/>
            <a:gdLst/>
            <a:ahLst/>
            <a:cxnLst/>
            <a:rect l="l" t="t" r="r" b="b"/>
            <a:pathLst>
              <a:path w="8922358" h="9404330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013544">
            <a:off x="-1834628" y="-2396987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3752" y="5300287"/>
          <a:ext cx="9140495" cy="3467100"/>
        </p:xfrm>
        <a:graphic>
          <a:graphicData uri="http://schemas.openxmlformats.org/drawingml/2006/table">
            <a:tbl>
              <a:tblPr/>
              <a:tblGrid>
                <a:gridCol w="423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Giảng viên hướng dẫn: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TS. Đỗ Thị Minh Nguyệt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Sinh viên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Trần Văn Thái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Mã sinh viên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2019604310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Khóa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K14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4846685" y="2589829"/>
            <a:ext cx="8594630" cy="967682"/>
            <a:chOff x="0" y="-196517"/>
            <a:chExt cx="11459507" cy="1290242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6517"/>
              <a:ext cx="11459507" cy="77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Linux Biolinum"/>
                </a:rPr>
                <a:t>BÁO CÁO ĐỒ ÁN TỐT NGHIỆP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39728"/>
              <a:ext cx="11459507" cy="553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98"/>
                </a:lnSpc>
                <a:spcBef>
                  <a:spcPct val="0"/>
                </a:spcBef>
              </a:pPr>
              <a:endPara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78026" y="253497"/>
            <a:ext cx="12749528" cy="19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spc="114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rPr>
              <a:t>BỘ CÔNG THƯƠNG</a:t>
            </a:r>
          </a:p>
          <a:p>
            <a:pPr algn="ctr">
              <a:lnSpc>
                <a:spcPts val="5320"/>
              </a:lnSpc>
            </a:pPr>
            <a:r>
              <a:rPr lang="en-US" sz="3800" spc="114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rPr>
              <a:t>TRƯỜNG ĐẠI HỌC CÔNG NGHIỆP HÀ NỘI</a:t>
            </a:r>
          </a:p>
          <a:p>
            <a:pPr algn="ctr">
              <a:lnSpc>
                <a:spcPts val="5320"/>
              </a:lnSpc>
            </a:pPr>
            <a:endParaRPr lang="en-US" sz="3800" spc="114" dirty="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Fahkwang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02236" y="3517387"/>
            <a:ext cx="1008352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 Bold"/>
              </a:rPr>
              <a:t>XÂY DỰNG  WEBSITE BÁN HÀNG BÁN ĐIỆN THOẠI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3200" b="1" dirty="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Fahkwang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4670" y="1091569"/>
            <a:ext cx="8402807" cy="1975190"/>
            <a:chOff x="0" y="-19050"/>
            <a:chExt cx="11203743" cy="2633587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1203743" cy="1962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519"/>
                </a:lnSpc>
              </a:pPr>
              <a:r>
                <a:rPr lang="en-US" sz="9599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Linux Biolinum"/>
                </a:rPr>
                <a:t>NỘI DUNG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111836"/>
              <a:ext cx="11203743" cy="502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7"/>
                </a:lnSpc>
              </a:pPr>
              <a:endPara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16" name="组合 21">
            <a:extLst>
              <a:ext uri="{FF2B5EF4-FFF2-40B4-BE49-F238E27FC236}">
                <a16:creationId xmlns:a16="http://schemas.microsoft.com/office/drawing/2014/main" id="{B4A88076-A5D2-27BE-335F-7AEE50866485}"/>
              </a:ext>
            </a:extLst>
          </p:cNvPr>
          <p:cNvGrpSpPr/>
          <p:nvPr/>
        </p:nvGrpSpPr>
        <p:grpSpPr>
          <a:xfrm>
            <a:off x="7772400" y="4305300"/>
            <a:ext cx="8915400" cy="4655093"/>
            <a:chOff x="1231076" y="3609241"/>
            <a:chExt cx="4249642" cy="3486501"/>
          </a:xfrm>
        </p:grpSpPr>
        <p:sp>
          <p:nvSpPr>
            <p:cNvPr id="17" name="矩形 22">
              <a:extLst>
                <a:ext uri="{FF2B5EF4-FFF2-40B4-BE49-F238E27FC236}">
                  <a16:creationId xmlns:a16="http://schemas.microsoft.com/office/drawing/2014/main" id="{642A2432-A197-ACBE-C6B2-FBF6166D8866}"/>
                </a:ext>
              </a:extLst>
            </p:cNvPr>
            <p:cNvSpPr/>
            <p:nvPr/>
          </p:nvSpPr>
          <p:spPr>
            <a:xfrm>
              <a:off x="1231076" y="3609241"/>
              <a:ext cx="4249640" cy="795338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3200" b="1" spc="60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  <p:sp>
          <p:nvSpPr>
            <p:cNvPr id="19" name="文本框 6">
              <a:extLst>
                <a:ext uri="{FF2B5EF4-FFF2-40B4-BE49-F238E27FC236}">
                  <a16:creationId xmlns:a16="http://schemas.microsoft.com/office/drawing/2014/main" id="{292E7A83-C977-AD41-426F-13CF282AE918}"/>
                </a:ext>
              </a:extLst>
            </p:cNvPr>
            <p:cNvSpPr txBox="1"/>
            <p:nvPr/>
          </p:nvSpPr>
          <p:spPr>
            <a:xfrm>
              <a:off x="1861473" y="3834265"/>
              <a:ext cx="2972950" cy="345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vi-VN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Tổng quan</a:t>
              </a:r>
            </a:p>
          </p:txBody>
        </p:sp>
        <p:sp>
          <p:nvSpPr>
            <p:cNvPr id="20" name="矩形 25">
              <a:extLst>
                <a:ext uri="{FF2B5EF4-FFF2-40B4-BE49-F238E27FC236}">
                  <a16:creationId xmlns:a16="http://schemas.microsoft.com/office/drawing/2014/main" id="{D007A097-209B-F91C-B4DA-3CE544277982}"/>
                </a:ext>
              </a:extLst>
            </p:cNvPr>
            <p:cNvSpPr/>
            <p:nvPr/>
          </p:nvSpPr>
          <p:spPr>
            <a:xfrm>
              <a:off x="1231076" y="4952829"/>
              <a:ext cx="4249640" cy="795340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3200" b="1" spc="60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  <p:sp>
          <p:nvSpPr>
            <p:cNvPr id="22" name="文本框 9">
              <a:extLst>
                <a:ext uri="{FF2B5EF4-FFF2-40B4-BE49-F238E27FC236}">
                  <a16:creationId xmlns:a16="http://schemas.microsoft.com/office/drawing/2014/main" id="{96FA93BE-9E89-F41B-DA96-E0DEBAC17957}"/>
                </a:ext>
              </a:extLst>
            </p:cNvPr>
            <p:cNvSpPr txBox="1"/>
            <p:nvPr/>
          </p:nvSpPr>
          <p:spPr>
            <a:xfrm>
              <a:off x="1861473" y="5186071"/>
              <a:ext cx="2945821" cy="32884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>
                <a:defRPr/>
              </a:pP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Phân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tích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thiết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kế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hệ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thông</a:t>
              </a:r>
              <a:endParaRPr lang="vi-VN" altLang="vi-VN" sz="3200" b="1" spc="6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3" name="矩形 28">
              <a:extLst>
                <a:ext uri="{FF2B5EF4-FFF2-40B4-BE49-F238E27FC236}">
                  <a16:creationId xmlns:a16="http://schemas.microsoft.com/office/drawing/2014/main" id="{214F4132-8005-C36A-45F6-E1212E026DCB}"/>
                </a:ext>
              </a:extLst>
            </p:cNvPr>
            <p:cNvSpPr/>
            <p:nvPr/>
          </p:nvSpPr>
          <p:spPr>
            <a:xfrm>
              <a:off x="1231076" y="6298817"/>
              <a:ext cx="4249642" cy="79692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3200" b="1" spc="60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  <p:sp>
          <p:nvSpPr>
            <p:cNvPr id="25" name="文本框 12">
              <a:extLst>
                <a:ext uri="{FF2B5EF4-FFF2-40B4-BE49-F238E27FC236}">
                  <a16:creationId xmlns:a16="http://schemas.microsoft.com/office/drawing/2014/main" id="{8DCB7061-86B2-8B79-4E73-48EEFC09E4E5}"/>
                </a:ext>
              </a:extLst>
            </p:cNvPr>
            <p:cNvSpPr txBox="1"/>
            <p:nvPr/>
          </p:nvSpPr>
          <p:spPr>
            <a:xfrm>
              <a:off x="1861473" y="6450647"/>
              <a:ext cx="2953083" cy="49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>
                <a:defRPr/>
              </a:pP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Cài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đặt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và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triển</a:t>
              </a:r>
              <a:r>
                <a:rPr lang="en-US" altLang="vi-VN" sz="3200" b="1" spc="600" dirty="0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altLang="vi-VN" sz="3200" b="1" spc="600" dirty="0" err="1">
                  <a:solidFill>
                    <a:schemeClr val="bg1">
                      <a:lumMod val="9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khai</a:t>
              </a:r>
              <a:endParaRPr lang="vi-VN" altLang="vi-VN" sz="3200" b="1" spc="6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7E87B-A426-4057-45A6-FEDEC044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838700"/>
            <a:ext cx="4672524" cy="37007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1" name="Diamond 30">
            <a:extLst>
              <a:ext uri="{FF2B5EF4-FFF2-40B4-BE49-F238E27FC236}">
                <a16:creationId xmlns:a16="http://schemas.microsoft.com/office/drawing/2014/main" id="{C7BB6D45-63D8-9B97-AA50-98CFC579EDAE}"/>
              </a:ext>
            </a:extLst>
          </p:cNvPr>
          <p:cNvSpPr/>
          <p:nvPr/>
        </p:nvSpPr>
        <p:spPr>
          <a:xfrm>
            <a:off x="8044188" y="4492976"/>
            <a:ext cx="764075" cy="686557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7F88D4-9E9A-E35C-CCBF-8801134BF215}"/>
              </a:ext>
            </a:extLst>
          </p:cNvPr>
          <p:cNvSpPr txBox="1"/>
          <p:nvPr/>
        </p:nvSpPr>
        <p:spPr>
          <a:xfrm>
            <a:off x="8235725" y="4548995"/>
            <a:ext cx="381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326EEFA5-A2AA-56FE-920B-6C8B81F65D6E}"/>
              </a:ext>
            </a:extLst>
          </p:cNvPr>
          <p:cNvSpPr/>
          <p:nvPr/>
        </p:nvSpPr>
        <p:spPr>
          <a:xfrm>
            <a:off x="8044186" y="8099078"/>
            <a:ext cx="764075" cy="686557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78497AFF-6635-8679-CAE6-3FD81E25AA2D}"/>
              </a:ext>
            </a:extLst>
          </p:cNvPr>
          <p:cNvSpPr/>
          <p:nvPr/>
        </p:nvSpPr>
        <p:spPr>
          <a:xfrm>
            <a:off x="8044187" y="6288509"/>
            <a:ext cx="764075" cy="686557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16887-F111-F058-9E76-D3924FDF9886}"/>
              </a:ext>
            </a:extLst>
          </p:cNvPr>
          <p:cNvSpPr txBox="1"/>
          <p:nvPr/>
        </p:nvSpPr>
        <p:spPr>
          <a:xfrm>
            <a:off x="8235725" y="6353178"/>
            <a:ext cx="381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1D8649-D8AD-EBE3-DEAC-6E567CA948E5}"/>
              </a:ext>
            </a:extLst>
          </p:cNvPr>
          <p:cNvSpPr txBox="1"/>
          <p:nvPr/>
        </p:nvSpPr>
        <p:spPr>
          <a:xfrm>
            <a:off x="8235725" y="8151376"/>
            <a:ext cx="381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9112" y="3241671"/>
            <a:ext cx="9442427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03874">
            <a:off x="-1606928" y="-3454358"/>
            <a:ext cx="10898092" cy="10188058"/>
          </a:xfrm>
          <a:custGeom>
            <a:avLst/>
            <a:gdLst/>
            <a:ahLst/>
            <a:cxnLst/>
            <a:rect l="l" t="t" r="r" b="b"/>
            <a:pathLst>
              <a:path w="10898092" h="9522208">
                <a:moveTo>
                  <a:pt x="0" y="0"/>
                </a:moveTo>
                <a:lnTo>
                  <a:pt x="10898093" y="0"/>
                </a:lnTo>
                <a:lnTo>
                  <a:pt x="10898093" y="9522208"/>
                </a:lnTo>
                <a:lnTo>
                  <a:pt x="0" y="9522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15210" y="4533900"/>
            <a:ext cx="7212668" cy="9125247"/>
          </a:xfrm>
          <a:custGeom>
            <a:avLst/>
            <a:gdLst/>
            <a:ahLst/>
            <a:cxnLst/>
            <a:rect l="l" t="t" r="r" b="b"/>
            <a:pathLst>
              <a:path w="6741277" h="9125247">
                <a:moveTo>
                  <a:pt x="0" y="0"/>
                </a:moveTo>
                <a:lnTo>
                  <a:pt x="6741277" y="0"/>
                </a:lnTo>
                <a:lnTo>
                  <a:pt x="6741277" y="9125247"/>
                </a:lnTo>
                <a:lnTo>
                  <a:pt x="0" y="9125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515600" y="3936817"/>
            <a:ext cx="6648499" cy="2949525"/>
            <a:chOff x="0" y="-19089"/>
            <a:chExt cx="8285306" cy="39327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89"/>
              <a:ext cx="8285306" cy="393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519"/>
                </a:lnSpc>
              </a:pPr>
              <a:r>
                <a:rPr lang="en-US" sz="9599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Linux Biolinum"/>
                </a:rPr>
                <a:t>CHƯƠNG 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78110"/>
              <a:ext cx="8285306" cy="731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</a:pPr>
              <a:r>
                <a:rPr lang="en-US" sz="3499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Tổng quan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1371" y="961817"/>
            <a:ext cx="9339165" cy="2319681"/>
            <a:chOff x="0" y="-28575"/>
            <a:chExt cx="12452220" cy="3092907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2452220" cy="513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7"/>
                </a:lnSpc>
              </a:pP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Tổng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quan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về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ngôn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ngữ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lập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trình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C#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65979"/>
              <a:ext cx="10777489" cy="20983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12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C# (hay C sharp)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một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ngôn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ngữ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lập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trình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đơn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giản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được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phát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triển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bởi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đội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ngũ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kỹ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sư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của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Microsoft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vào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năm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2000,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trong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đó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người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dẫn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đầu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Anders Hejlsberg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Scott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Wiltamuth</a:t>
              </a:r>
              <a:endParaRPr lang="en-US" sz="24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81371" y="4147820"/>
            <a:ext cx="9188017" cy="1393314"/>
            <a:chOff x="0" y="-19050"/>
            <a:chExt cx="12250689" cy="1857753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2250689" cy="581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Tổng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quan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về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.Net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00469"/>
              <a:ext cx="10777489" cy="10382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NET Core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một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nền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tảng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phát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triển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đa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mục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đích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mã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nguồn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mở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được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duy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trì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bởi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Microsoft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cộng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đồng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81371" y="6542568"/>
            <a:ext cx="9339165" cy="3026138"/>
            <a:chOff x="0" y="-19050"/>
            <a:chExt cx="12452220" cy="403485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12452220" cy="590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Tổng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quan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về</a:t>
              </a:r>
              <a:r>
                <a:rPr lang="en-US" sz="28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 </a:t>
              </a:r>
              <a:r>
                <a:rPr lang="en-US" sz="2800" b="1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VueJS</a:t>
              </a:r>
              <a:endParaRPr lang="en-US" sz="28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57329"/>
              <a:ext cx="10777489" cy="31584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120"/>
                </a:lnSpc>
              </a:pP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VueJS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một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framework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Javascript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được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tạo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bởi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Evan You,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giúp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chúng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ta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xây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dựng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giao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diện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người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dùng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cũng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như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xây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dựng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Single Page Application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thân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thiện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với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người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dùng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chúng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xây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dựng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từ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thư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viện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triển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khai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component,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chức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năng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đặc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trưng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của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nó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như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SFC (Single File Component)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019175"/>
            <a:ext cx="4630671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Linux Biolinum"/>
              </a:rPr>
              <a:t>TỔNG QUAN VỀ CÔNG NGHỆ SỬ DỤNG</a:t>
            </a:r>
          </a:p>
        </p:txBody>
      </p:sp>
      <p:sp>
        <p:nvSpPr>
          <p:cNvPr id="12" name="AutoShape 12"/>
          <p:cNvSpPr/>
          <p:nvPr/>
        </p:nvSpPr>
        <p:spPr>
          <a:xfrm flipH="1" flipV="1">
            <a:off x="8305798" y="6057899"/>
            <a:ext cx="7848602" cy="22535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 flipV="1">
            <a:off x="8305799" y="3703391"/>
            <a:ext cx="7848601" cy="22536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EE3CE6-F683-91C2-DC37-3AB094BB6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342483"/>
            <a:ext cx="4825548" cy="37347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pSp>
        <p:nvGrpSpPr>
          <p:cNvPr id="19" name="组合 17">
            <a:extLst>
              <a:ext uri="{FF2B5EF4-FFF2-40B4-BE49-F238E27FC236}">
                <a16:creationId xmlns:a16="http://schemas.microsoft.com/office/drawing/2014/main" id="{1D1F324A-F1C5-0676-5B56-5375F493E6F4}"/>
              </a:ext>
            </a:extLst>
          </p:cNvPr>
          <p:cNvGrpSpPr/>
          <p:nvPr/>
        </p:nvGrpSpPr>
        <p:grpSpPr>
          <a:xfrm>
            <a:off x="6532928" y="1936300"/>
            <a:ext cx="1116630" cy="1116630"/>
            <a:chOff x="4955424" y="1457564"/>
            <a:chExt cx="599448" cy="599448"/>
          </a:xfrm>
          <a:effectLst/>
        </p:grpSpPr>
        <p:sp>
          <p:nvSpPr>
            <p:cNvPr id="20" name="椭圆 18">
              <a:extLst>
                <a:ext uri="{FF2B5EF4-FFF2-40B4-BE49-F238E27FC236}">
                  <a16:creationId xmlns:a16="http://schemas.microsoft.com/office/drawing/2014/main" id="{8D5E34E4-1752-FF56-B0C3-32F48460770F}"/>
                </a:ext>
              </a:extLst>
            </p:cNvPr>
            <p:cNvSpPr/>
            <p:nvPr/>
          </p:nvSpPr>
          <p:spPr>
            <a:xfrm>
              <a:off x="4955424" y="1457564"/>
              <a:ext cx="599448" cy="59944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B65E574F-443E-52A8-0E95-BB38DF34C5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0341" y="1644432"/>
              <a:ext cx="289613" cy="227488"/>
            </a:xfrm>
            <a:custGeom>
              <a:avLst/>
              <a:gdLst>
                <a:gd name="T0" fmla="*/ 282 w 766"/>
                <a:gd name="T1" fmla="*/ 304 h 600"/>
                <a:gd name="T2" fmla="*/ 391 w 766"/>
                <a:gd name="T3" fmla="*/ 248 h 600"/>
                <a:gd name="T4" fmla="*/ 596 w 766"/>
                <a:gd name="T5" fmla="*/ 213 h 600"/>
                <a:gd name="T6" fmla="*/ 652 w 766"/>
                <a:gd name="T7" fmla="*/ 129 h 600"/>
                <a:gd name="T8" fmla="*/ 570 w 766"/>
                <a:gd name="T9" fmla="*/ 186 h 600"/>
                <a:gd name="T10" fmla="*/ 391 w 766"/>
                <a:gd name="T11" fmla="*/ 195 h 600"/>
                <a:gd name="T12" fmla="*/ 766 w 766"/>
                <a:gd name="T13" fmla="*/ 80 h 600"/>
                <a:gd name="T14" fmla="*/ 465 w 766"/>
                <a:gd name="T15" fmla="*/ 32 h 600"/>
                <a:gd name="T16" fmla="*/ 437 w 766"/>
                <a:gd name="T17" fmla="*/ 0 h 600"/>
                <a:gd name="T18" fmla="*/ 154 w 766"/>
                <a:gd name="T19" fmla="*/ 32 h 600"/>
                <a:gd name="T20" fmla="*/ 175 w 766"/>
                <a:gd name="T21" fmla="*/ 80 h 600"/>
                <a:gd name="T22" fmla="*/ 216 w 766"/>
                <a:gd name="T23" fmla="*/ 135 h 600"/>
                <a:gd name="T24" fmla="*/ 706 w 766"/>
                <a:gd name="T25" fmla="*/ 80 h 600"/>
                <a:gd name="T26" fmla="*/ 355 w 766"/>
                <a:gd name="T27" fmla="*/ 394 h 600"/>
                <a:gd name="T28" fmla="*/ 706 w 766"/>
                <a:gd name="T29" fmla="*/ 410 h 600"/>
                <a:gd name="T30" fmla="*/ 361 w 766"/>
                <a:gd name="T31" fmla="*/ 427 h 600"/>
                <a:gd name="T32" fmla="*/ 362 w 766"/>
                <a:gd name="T33" fmla="*/ 478 h 600"/>
                <a:gd name="T34" fmla="*/ 437 w 766"/>
                <a:gd name="T35" fmla="*/ 595 h 600"/>
                <a:gd name="T36" fmla="*/ 465 w 766"/>
                <a:gd name="T37" fmla="*/ 478 h 600"/>
                <a:gd name="T38" fmla="*/ 603 w 766"/>
                <a:gd name="T39" fmla="*/ 592 h 600"/>
                <a:gd name="T40" fmla="*/ 591 w 766"/>
                <a:gd name="T41" fmla="*/ 478 h 600"/>
                <a:gd name="T42" fmla="*/ 766 w 766"/>
                <a:gd name="T43" fmla="*/ 427 h 600"/>
                <a:gd name="T44" fmla="*/ 747 w 766"/>
                <a:gd name="T45" fmla="*/ 80 h 600"/>
                <a:gd name="T46" fmla="*/ 161 w 766"/>
                <a:gd name="T47" fmla="*/ 310 h 600"/>
                <a:gd name="T48" fmla="*/ 235 w 766"/>
                <a:gd name="T49" fmla="*/ 236 h 600"/>
                <a:gd name="T50" fmla="*/ 86 w 766"/>
                <a:gd name="T51" fmla="*/ 236 h 600"/>
                <a:gd name="T52" fmla="*/ 208 w 766"/>
                <a:gd name="T53" fmla="*/ 325 h 600"/>
                <a:gd name="T54" fmla="*/ 181 w 766"/>
                <a:gd name="T55" fmla="*/ 325 h 600"/>
                <a:gd name="T56" fmla="*/ 188 w 766"/>
                <a:gd name="T57" fmla="*/ 339 h 600"/>
                <a:gd name="T58" fmla="*/ 196 w 766"/>
                <a:gd name="T59" fmla="*/ 510 h 600"/>
                <a:gd name="T60" fmla="*/ 129 w 766"/>
                <a:gd name="T61" fmla="*/ 510 h 600"/>
                <a:gd name="T62" fmla="*/ 137 w 766"/>
                <a:gd name="T63" fmla="*/ 339 h 600"/>
                <a:gd name="T64" fmla="*/ 145 w 766"/>
                <a:gd name="T65" fmla="*/ 325 h 600"/>
                <a:gd name="T66" fmla="*/ 0 w 766"/>
                <a:gd name="T67" fmla="*/ 438 h 600"/>
                <a:gd name="T68" fmla="*/ 66 w 766"/>
                <a:gd name="T69" fmla="*/ 600 h 600"/>
                <a:gd name="T70" fmla="*/ 89 w 766"/>
                <a:gd name="T71" fmla="*/ 432 h 600"/>
                <a:gd name="T72" fmla="*/ 230 w 766"/>
                <a:gd name="T73" fmla="*/ 600 h 600"/>
                <a:gd name="T74" fmla="*/ 253 w 766"/>
                <a:gd name="T75" fmla="*/ 432 h 600"/>
                <a:gd name="T76" fmla="*/ 321 w 766"/>
                <a:gd name="T77" fmla="*/ 600 h 600"/>
                <a:gd name="T78" fmla="*/ 208 w 766"/>
                <a:gd name="T79" fmla="*/ 325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66" h="600">
                  <a:moveTo>
                    <a:pt x="391" y="195"/>
                  </a:moveTo>
                  <a:lnTo>
                    <a:pt x="282" y="304"/>
                  </a:lnTo>
                  <a:cubicBezTo>
                    <a:pt x="293" y="310"/>
                    <a:pt x="303" y="317"/>
                    <a:pt x="312" y="326"/>
                  </a:cubicBezTo>
                  <a:lnTo>
                    <a:pt x="391" y="248"/>
                  </a:lnTo>
                  <a:lnTo>
                    <a:pt x="476" y="333"/>
                  </a:lnTo>
                  <a:lnTo>
                    <a:pt x="596" y="213"/>
                  </a:lnTo>
                  <a:lnTo>
                    <a:pt x="614" y="259"/>
                  </a:lnTo>
                  <a:lnTo>
                    <a:pt x="652" y="129"/>
                  </a:lnTo>
                  <a:lnTo>
                    <a:pt x="522" y="167"/>
                  </a:lnTo>
                  <a:lnTo>
                    <a:pt x="570" y="186"/>
                  </a:lnTo>
                  <a:lnTo>
                    <a:pt x="476" y="280"/>
                  </a:lnTo>
                  <a:lnTo>
                    <a:pt x="391" y="195"/>
                  </a:lnTo>
                  <a:close/>
                  <a:moveTo>
                    <a:pt x="766" y="80"/>
                  </a:moveTo>
                  <a:lnTo>
                    <a:pt x="766" y="80"/>
                  </a:lnTo>
                  <a:lnTo>
                    <a:pt x="766" y="32"/>
                  </a:lnTo>
                  <a:lnTo>
                    <a:pt x="465" y="32"/>
                  </a:lnTo>
                  <a:lnTo>
                    <a:pt x="465" y="0"/>
                  </a:lnTo>
                  <a:lnTo>
                    <a:pt x="437" y="0"/>
                  </a:lnTo>
                  <a:lnTo>
                    <a:pt x="437" y="32"/>
                  </a:lnTo>
                  <a:lnTo>
                    <a:pt x="154" y="32"/>
                  </a:lnTo>
                  <a:lnTo>
                    <a:pt x="154" y="80"/>
                  </a:lnTo>
                  <a:lnTo>
                    <a:pt x="175" y="80"/>
                  </a:lnTo>
                  <a:lnTo>
                    <a:pt x="175" y="122"/>
                  </a:lnTo>
                  <a:cubicBezTo>
                    <a:pt x="190" y="124"/>
                    <a:pt x="203" y="128"/>
                    <a:pt x="216" y="135"/>
                  </a:cubicBezTo>
                  <a:lnTo>
                    <a:pt x="216" y="80"/>
                  </a:lnTo>
                  <a:lnTo>
                    <a:pt x="706" y="80"/>
                  </a:lnTo>
                  <a:lnTo>
                    <a:pt x="706" y="394"/>
                  </a:lnTo>
                  <a:lnTo>
                    <a:pt x="355" y="394"/>
                  </a:lnTo>
                  <a:cubicBezTo>
                    <a:pt x="356" y="399"/>
                    <a:pt x="358" y="404"/>
                    <a:pt x="359" y="410"/>
                  </a:cubicBezTo>
                  <a:lnTo>
                    <a:pt x="706" y="410"/>
                  </a:lnTo>
                  <a:lnTo>
                    <a:pt x="706" y="427"/>
                  </a:lnTo>
                  <a:lnTo>
                    <a:pt x="361" y="427"/>
                  </a:lnTo>
                  <a:cubicBezTo>
                    <a:pt x="361" y="430"/>
                    <a:pt x="362" y="434"/>
                    <a:pt x="362" y="438"/>
                  </a:cubicBezTo>
                  <a:lnTo>
                    <a:pt x="362" y="478"/>
                  </a:lnTo>
                  <a:lnTo>
                    <a:pt x="437" y="478"/>
                  </a:lnTo>
                  <a:lnTo>
                    <a:pt x="437" y="595"/>
                  </a:lnTo>
                  <a:lnTo>
                    <a:pt x="465" y="595"/>
                  </a:lnTo>
                  <a:lnTo>
                    <a:pt x="465" y="478"/>
                  </a:lnTo>
                  <a:lnTo>
                    <a:pt x="560" y="478"/>
                  </a:lnTo>
                  <a:lnTo>
                    <a:pt x="603" y="592"/>
                  </a:lnTo>
                  <a:lnTo>
                    <a:pt x="631" y="585"/>
                  </a:lnTo>
                  <a:lnTo>
                    <a:pt x="591" y="478"/>
                  </a:lnTo>
                  <a:lnTo>
                    <a:pt x="766" y="478"/>
                  </a:lnTo>
                  <a:lnTo>
                    <a:pt x="766" y="427"/>
                  </a:lnTo>
                  <a:lnTo>
                    <a:pt x="747" y="427"/>
                  </a:lnTo>
                  <a:lnTo>
                    <a:pt x="747" y="80"/>
                  </a:lnTo>
                  <a:lnTo>
                    <a:pt x="766" y="80"/>
                  </a:lnTo>
                  <a:close/>
                  <a:moveTo>
                    <a:pt x="161" y="310"/>
                  </a:moveTo>
                  <a:lnTo>
                    <a:pt x="161" y="310"/>
                  </a:lnTo>
                  <a:cubicBezTo>
                    <a:pt x="202" y="310"/>
                    <a:pt x="235" y="277"/>
                    <a:pt x="235" y="236"/>
                  </a:cubicBezTo>
                  <a:cubicBezTo>
                    <a:pt x="235" y="194"/>
                    <a:pt x="202" y="161"/>
                    <a:pt x="161" y="161"/>
                  </a:cubicBezTo>
                  <a:cubicBezTo>
                    <a:pt x="119" y="161"/>
                    <a:pt x="86" y="194"/>
                    <a:pt x="86" y="236"/>
                  </a:cubicBezTo>
                  <a:cubicBezTo>
                    <a:pt x="86" y="277"/>
                    <a:pt x="119" y="310"/>
                    <a:pt x="161" y="310"/>
                  </a:cubicBezTo>
                  <a:close/>
                  <a:moveTo>
                    <a:pt x="208" y="325"/>
                  </a:moveTo>
                  <a:lnTo>
                    <a:pt x="208" y="325"/>
                  </a:lnTo>
                  <a:lnTo>
                    <a:pt x="181" y="325"/>
                  </a:lnTo>
                  <a:lnTo>
                    <a:pt x="185" y="328"/>
                  </a:lnTo>
                  <a:cubicBezTo>
                    <a:pt x="188" y="331"/>
                    <a:pt x="190" y="336"/>
                    <a:pt x="188" y="339"/>
                  </a:cubicBezTo>
                  <a:lnTo>
                    <a:pt x="178" y="365"/>
                  </a:lnTo>
                  <a:lnTo>
                    <a:pt x="196" y="510"/>
                  </a:lnTo>
                  <a:lnTo>
                    <a:pt x="163" y="540"/>
                  </a:lnTo>
                  <a:lnTo>
                    <a:pt x="129" y="510"/>
                  </a:lnTo>
                  <a:lnTo>
                    <a:pt x="147" y="365"/>
                  </a:lnTo>
                  <a:lnTo>
                    <a:pt x="137" y="339"/>
                  </a:lnTo>
                  <a:cubicBezTo>
                    <a:pt x="135" y="336"/>
                    <a:pt x="137" y="331"/>
                    <a:pt x="140" y="328"/>
                  </a:cubicBezTo>
                  <a:lnTo>
                    <a:pt x="145" y="325"/>
                  </a:lnTo>
                  <a:lnTo>
                    <a:pt x="112" y="325"/>
                  </a:lnTo>
                  <a:cubicBezTo>
                    <a:pt x="50" y="325"/>
                    <a:pt x="0" y="376"/>
                    <a:pt x="0" y="438"/>
                  </a:cubicBezTo>
                  <a:lnTo>
                    <a:pt x="0" y="600"/>
                  </a:lnTo>
                  <a:lnTo>
                    <a:pt x="66" y="600"/>
                  </a:lnTo>
                  <a:lnTo>
                    <a:pt x="66" y="432"/>
                  </a:lnTo>
                  <a:lnTo>
                    <a:pt x="89" y="432"/>
                  </a:lnTo>
                  <a:lnTo>
                    <a:pt x="89" y="600"/>
                  </a:lnTo>
                  <a:lnTo>
                    <a:pt x="230" y="600"/>
                  </a:lnTo>
                  <a:lnTo>
                    <a:pt x="230" y="432"/>
                  </a:lnTo>
                  <a:lnTo>
                    <a:pt x="253" y="432"/>
                  </a:lnTo>
                  <a:lnTo>
                    <a:pt x="253" y="600"/>
                  </a:lnTo>
                  <a:lnTo>
                    <a:pt x="321" y="600"/>
                  </a:lnTo>
                  <a:lnTo>
                    <a:pt x="321" y="438"/>
                  </a:lnTo>
                  <a:cubicBezTo>
                    <a:pt x="321" y="376"/>
                    <a:pt x="271" y="325"/>
                    <a:pt x="208" y="32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dirty="0"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22" name="组合 20">
            <a:extLst>
              <a:ext uri="{FF2B5EF4-FFF2-40B4-BE49-F238E27FC236}">
                <a16:creationId xmlns:a16="http://schemas.microsoft.com/office/drawing/2014/main" id="{1D9EFBF6-9CA5-4F57-39DE-82FD454881CB}"/>
              </a:ext>
            </a:extLst>
          </p:cNvPr>
          <p:cNvGrpSpPr/>
          <p:nvPr/>
        </p:nvGrpSpPr>
        <p:grpSpPr>
          <a:xfrm>
            <a:off x="6561671" y="4342483"/>
            <a:ext cx="1116630" cy="1116630"/>
            <a:chOff x="4970854" y="2513407"/>
            <a:chExt cx="599448" cy="599448"/>
          </a:xfrm>
          <a:effectLst/>
        </p:grpSpPr>
        <p:sp>
          <p:nvSpPr>
            <p:cNvPr id="23" name="椭圆 21">
              <a:extLst>
                <a:ext uri="{FF2B5EF4-FFF2-40B4-BE49-F238E27FC236}">
                  <a16:creationId xmlns:a16="http://schemas.microsoft.com/office/drawing/2014/main" id="{4E2A3E59-FDEF-4ACC-8B94-6C55A885B4BB}"/>
                </a:ext>
              </a:extLst>
            </p:cNvPr>
            <p:cNvSpPr/>
            <p:nvPr/>
          </p:nvSpPr>
          <p:spPr>
            <a:xfrm>
              <a:off x="4970854" y="2513407"/>
              <a:ext cx="599448" cy="59944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8202B811-731F-90A3-E7E0-F772921B0B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0341" y="2641777"/>
              <a:ext cx="289614" cy="309707"/>
            </a:xfrm>
            <a:custGeom>
              <a:avLst/>
              <a:gdLst>
                <a:gd name="T0" fmla="*/ 224 w 593"/>
                <a:gd name="T1" fmla="*/ 394 h 633"/>
                <a:gd name="T2" fmla="*/ 213 w 593"/>
                <a:gd name="T3" fmla="*/ 358 h 633"/>
                <a:gd name="T4" fmla="*/ 259 w 593"/>
                <a:gd name="T5" fmla="*/ 173 h 633"/>
                <a:gd name="T6" fmla="*/ 307 w 593"/>
                <a:gd name="T7" fmla="*/ 323 h 633"/>
                <a:gd name="T8" fmla="*/ 367 w 593"/>
                <a:gd name="T9" fmla="*/ 149 h 633"/>
                <a:gd name="T10" fmla="*/ 234 w 593"/>
                <a:gd name="T11" fmla="*/ 296 h 633"/>
                <a:gd name="T12" fmla="*/ 223 w 593"/>
                <a:gd name="T13" fmla="*/ 315 h 633"/>
                <a:gd name="T14" fmla="*/ 304 w 593"/>
                <a:gd name="T15" fmla="*/ 363 h 633"/>
                <a:gd name="T16" fmla="*/ 391 w 593"/>
                <a:gd name="T17" fmla="*/ 127 h 633"/>
                <a:gd name="T18" fmla="*/ 395 w 593"/>
                <a:gd name="T19" fmla="*/ 81 h 633"/>
                <a:gd name="T20" fmla="*/ 391 w 593"/>
                <a:gd name="T21" fmla="*/ 127 h 633"/>
                <a:gd name="T22" fmla="*/ 463 w 593"/>
                <a:gd name="T23" fmla="*/ 149 h 633"/>
                <a:gd name="T24" fmla="*/ 417 w 593"/>
                <a:gd name="T25" fmla="*/ 154 h 633"/>
                <a:gd name="T26" fmla="*/ 338 w 593"/>
                <a:gd name="T27" fmla="*/ 107 h 633"/>
                <a:gd name="T28" fmla="*/ 319 w 593"/>
                <a:gd name="T29" fmla="*/ 65 h 633"/>
                <a:gd name="T30" fmla="*/ 338 w 593"/>
                <a:gd name="T31" fmla="*/ 107 h 633"/>
                <a:gd name="T32" fmla="*/ 261 w 593"/>
                <a:gd name="T33" fmla="*/ 79 h 633"/>
                <a:gd name="T34" fmla="*/ 266 w 593"/>
                <a:gd name="T35" fmla="*/ 125 h 633"/>
                <a:gd name="T36" fmla="*/ 435 w 593"/>
                <a:gd name="T37" fmla="*/ 226 h 633"/>
                <a:gd name="T38" fmla="*/ 477 w 593"/>
                <a:gd name="T39" fmla="*/ 207 h 633"/>
                <a:gd name="T40" fmla="*/ 435 w 593"/>
                <a:gd name="T41" fmla="*/ 226 h 633"/>
                <a:gd name="T42" fmla="*/ 218 w 593"/>
                <a:gd name="T43" fmla="*/ 324 h 633"/>
                <a:gd name="T44" fmla="*/ 206 w 593"/>
                <a:gd name="T45" fmla="*/ 344 h 633"/>
                <a:gd name="T46" fmla="*/ 288 w 593"/>
                <a:gd name="T47" fmla="*/ 391 h 633"/>
                <a:gd name="T48" fmla="*/ 216 w 593"/>
                <a:gd name="T49" fmla="*/ 633 h 633"/>
                <a:gd name="T50" fmla="*/ 231 w 593"/>
                <a:gd name="T51" fmla="*/ 37 h 633"/>
                <a:gd name="T52" fmla="*/ 564 w 593"/>
                <a:gd name="T53" fmla="*/ 180 h 633"/>
                <a:gd name="T54" fmla="*/ 569 w 593"/>
                <a:gd name="T55" fmla="*/ 276 h 633"/>
                <a:gd name="T56" fmla="*/ 586 w 593"/>
                <a:gd name="T57" fmla="*/ 396 h 633"/>
                <a:gd name="T58" fmla="*/ 565 w 593"/>
                <a:gd name="T59" fmla="*/ 498 h 633"/>
                <a:gd name="T60" fmla="*/ 442 w 593"/>
                <a:gd name="T61" fmla="*/ 526 h 633"/>
                <a:gd name="T62" fmla="*/ 216 w 593"/>
                <a:gd name="T63" fmla="*/ 633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3" h="633">
                  <a:moveTo>
                    <a:pt x="213" y="358"/>
                  </a:moveTo>
                  <a:cubicBezTo>
                    <a:pt x="207" y="371"/>
                    <a:pt x="212" y="387"/>
                    <a:pt x="224" y="394"/>
                  </a:cubicBezTo>
                  <a:cubicBezTo>
                    <a:pt x="235" y="400"/>
                    <a:pt x="248" y="398"/>
                    <a:pt x="257" y="391"/>
                  </a:cubicBezTo>
                  <a:lnTo>
                    <a:pt x="213" y="358"/>
                  </a:lnTo>
                  <a:close/>
                  <a:moveTo>
                    <a:pt x="367" y="149"/>
                  </a:moveTo>
                  <a:cubicBezTo>
                    <a:pt x="328" y="126"/>
                    <a:pt x="279" y="137"/>
                    <a:pt x="259" y="173"/>
                  </a:cubicBezTo>
                  <a:cubicBezTo>
                    <a:pt x="238" y="210"/>
                    <a:pt x="265" y="250"/>
                    <a:pt x="246" y="288"/>
                  </a:cubicBezTo>
                  <a:lnTo>
                    <a:pt x="307" y="323"/>
                  </a:lnTo>
                  <a:cubicBezTo>
                    <a:pt x="330" y="288"/>
                    <a:pt x="380" y="291"/>
                    <a:pt x="401" y="255"/>
                  </a:cubicBezTo>
                  <a:cubicBezTo>
                    <a:pt x="421" y="219"/>
                    <a:pt x="406" y="172"/>
                    <a:pt x="367" y="149"/>
                  </a:cubicBezTo>
                  <a:close/>
                  <a:moveTo>
                    <a:pt x="301" y="346"/>
                  </a:moveTo>
                  <a:lnTo>
                    <a:pt x="234" y="296"/>
                  </a:lnTo>
                  <a:cubicBezTo>
                    <a:pt x="229" y="292"/>
                    <a:pt x="223" y="293"/>
                    <a:pt x="219" y="299"/>
                  </a:cubicBezTo>
                  <a:cubicBezTo>
                    <a:pt x="216" y="304"/>
                    <a:pt x="218" y="312"/>
                    <a:pt x="223" y="315"/>
                  </a:cubicBezTo>
                  <a:lnTo>
                    <a:pt x="289" y="366"/>
                  </a:lnTo>
                  <a:cubicBezTo>
                    <a:pt x="295" y="370"/>
                    <a:pt x="301" y="368"/>
                    <a:pt x="304" y="363"/>
                  </a:cubicBezTo>
                  <a:cubicBezTo>
                    <a:pt x="307" y="357"/>
                    <a:pt x="306" y="350"/>
                    <a:pt x="301" y="346"/>
                  </a:cubicBezTo>
                  <a:close/>
                  <a:moveTo>
                    <a:pt x="391" y="127"/>
                  </a:moveTo>
                  <a:lnTo>
                    <a:pt x="412" y="90"/>
                  </a:lnTo>
                  <a:lnTo>
                    <a:pt x="395" y="81"/>
                  </a:lnTo>
                  <a:lnTo>
                    <a:pt x="374" y="117"/>
                  </a:lnTo>
                  <a:lnTo>
                    <a:pt x="391" y="127"/>
                  </a:lnTo>
                  <a:close/>
                  <a:moveTo>
                    <a:pt x="426" y="170"/>
                  </a:moveTo>
                  <a:lnTo>
                    <a:pt x="463" y="149"/>
                  </a:lnTo>
                  <a:lnTo>
                    <a:pt x="453" y="133"/>
                  </a:lnTo>
                  <a:lnTo>
                    <a:pt x="417" y="154"/>
                  </a:lnTo>
                  <a:lnTo>
                    <a:pt x="426" y="170"/>
                  </a:lnTo>
                  <a:close/>
                  <a:moveTo>
                    <a:pt x="338" y="107"/>
                  </a:moveTo>
                  <a:lnTo>
                    <a:pt x="338" y="65"/>
                  </a:lnTo>
                  <a:lnTo>
                    <a:pt x="319" y="65"/>
                  </a:lnTo>
                  <a:lnTo>
                    <a:pt x="319" y="107"/>
                  </a:lnTo>
                  <a:lnTo>
                    <a:pt x="338" y="107"/>
                  </a:lnTo>
                  <a:close/>
                  <a:moveTo>
                    <a:pt x="282" y="116"/>
                  </a:moveTo>
                  <a:lnTo>
                    <a:pt x="261" y="79"/>
                  </a:lnTo>
                  <a:lnTo>
                    <a:pt x="245" y="89"/>
                  </a:lnTo>
                  <a:lnTo>
                    <a:pt x="266" y="125"/>
                  </a:lnTo>
                  <a:lnTo>
                    <a:pt x="282" y="116"/>
                  </a:lnTo>
                  <a:close/>
                  <a:moveTo>
                    <a:pt x="435" y="226"/>
                  </a:moveTo>
                  <a:lnTo>
                    <a:pt x="477" y="226"/>
                  </a:lnTo>
                  <a:lnTo>
                    <a:pt x="477" y="207"/>
                  </a:lnTo>
                  <a:lnTo>
                    <a:pt x="436" y="207"/>
                  </a:lnTo>
                  <a:lnTo>
                    <a:pt x="435" y="226"/>
                  </a:lnTo>
                  <a:close/>
                  <a:moveTo>
                    <a:pt x="284" y="375"/>
                  </a:moveTo>
                  <a:lnTo>
                    <a:pt x="218" y="324"/>
                  </a:lnTo>
                  <a:cubicBezTo>
                    <a:pt x="213" y="320"/>
                    <a:pt x="206" y="322"/>
                    <a:pt x="203" y="327"/>
                  </a:cubicBezTo>
                  <a:cubicBezTo>
                    <a:pt x="200" y="333"/>
                    <a:pt x="201" y="340"/>
                    <a:pt x="206" y="344"/>
                  </a:cubicBezTo>
                  <a:lnTo>
                    <a:pt x="273" y="394"/>
                  </a:lnTo>
                  <a:cubicBezTo>
                    <a:pt x="278" y="398"/>
                    <a:pt x="285" y="397"/>
                    <a:pt x="288" y="391"/>
                  </a:cubicBezTo>
                  <a:cubicBezTo>
                    <a:pt x="291" y="386"/>
                    <a:pt x="289" y="378"/>
                    <a:pt x="284" y="375"/>
                  </a:cubicBezTo>
                  <a:close/>
                  <a:moveTo>
                    <a:pt x="216" y="633"/>
                  </a:moveTo>
                  <a:cubicBezTo>
                    <a:pt x="223" y="583"/>
                    <a:pt x="223" y="530"/>
                    <a:pt x="210" y="483"/>
                  </a:cubicBezTo>
                  <a:cubicBezTo>
                    <a:pt x="0" y="365"/>
                    <a:pt x="55" y="92"/>
                    <a:pt x="231" y="37"/>
                  </a:cubicBezTo>
                  <a:cubicBezTo>
                    <a:pt x="324" y="0"/>
                    <a:pt x="450" y="22"/>
                    <a:pt x="533" y="105"/>
                  </a:cubicBezTo>
                  <a:cubicBezTo>
                    <a:pt x="593" y="165"/>
                    <a:pt x="564" y="180"/>
                    <a:pt x="564" y="180"/>
                  </a:cubicBezTo>
                  <a:lnTo>
                    <a:pt x="551" y="187"/>
                  </a:lnTo>
                  <a:cubicBezTo>
                    <a:pt x="558" y="216"/>
                    <a:pt x="571" y="268"/>
                    <a:pt x="569" y="276"/>
                  </a:cubicBezTo>
                  <a:cubicBezTo>
                    <a:pt x="567" y="285"/>
                    <a:pt x="556" y="295"/>
                    <a:pt x="556" y="295"/>
                  </a:cubicBezTo>
                  <a:lnTo>
                    <a:pt x="586" y="396"/>
                  </a:lnTo>
                  <a:lnTo>
                    <a:pt x="559" y="407"/>
                  </a:lnTo>
                  <a:cubicBezTo>
                    <a:pt x="565" y="439"/>
                    <a:pt x="568" y="466"/>
                    <a:pt x="565" y="498"/>
                  </a:cubicBezTo>
                  <a:cubicBezTo>
                    <a:pt x="565" y="503"/>
                    <a:pt x="547" y="519"/>
                    <a:pt x="532" y="520"/>
                  </a:cubicBezTo>
                  <a:lnTo>
                    <a:pt x="442" y="526"/>
                  </a:lnTo>
                  <a:lnTo>
                    <a:pt x="448" y="633"/>
                  </a:lnTo>
                  <a:lnTo>
                    <a:pt x="216" y="63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dirty="0"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25" name="组合 23">
            <a:extLst>
              <a:ext uri="{FF2B5EF4-FFF2-40B4-BE49-F238E27FC236}">
                <a16:creationId xmlns:a16="http://schemas.microsoft.com/office/drawing/2014/main" id="{7D553FBA-EB96-E857-9746-FE5BC324207A}"/>
              </a:ext>
            </a:extLst>
          </p:cNvPr>
          <p:cNvGrpSpPr/>
          <p:nvPr/>
        </p:nvGrpSpPr>
        <p:grpSpPr>
          <a:xfrm>
            <a:off x="6559494" y="7658100"/>
            <a:ext cx="1116630" cy="1116630"/>
            <a:chOff x="4988609" y="3551062"/>
            <a:chExt cx="599448" cy="599448"/>
          </a:xfrm>
          <a:effectLst/>
        </p:grpSpPr>
        <p:sp>
          <p:nvSpPr>
            <p:cNvPr id="26" name="椭圆 24">
              <a:extLst>
                <a:ext uri="{FF2B5EF4-FFF2-40B4-BE49-F238E27FC236}">
                  <a16:creationId xmlns:a16="http://schemas.microsoft.com/office/drawing/2014/main" id="{A79DCC75-D9B4-C3BD-DACB-D3120CEF3260}"/>
                </a:ext>
              </a:extLst>
            </p:cNvPr>
            <p:cNvSpPr/>
            <p:nvPr/>
          </p:nvSpPr>
          <p:spPr>
            <a:xfrm>
              <a:off x="4988609" y="3551062"/>
              <a:ext cx="599448" cy="59944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0C4B329-240B-C4C9-88AA-61EB49329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0570" y="3710860"/>
              <a:ext cx="295526" cy="279852"/>
            </a:xfrm>
            <a:custGeom>
              <a:avLst/>
              <a:gdLst>
                <a:gd name="T0" fmla="*/ 522 w 638"/>
                <a:gd name="T1" fmla="*/ 59 h 603"/>
                <a:gd name="T2" fmla="*/ 520 w 638"/>
                <a:gd name="T3" fmla="*/ 186 h 603"/>
                <a:gd name="T4" fmla="*/ 301 w 638"/>
                <a:gd name="T5" fmla="*/ 186 h 603"/>
                <a:gd name="T6" fmla="*/ 299 w 638"/>
                <a:gd name="T7" fmla="*/ 129 h 603"/>
                <a:gd name="T8" fmla="*/ 299 w 638"/>
                <a:gd name="T9" fmla="*/ 119 h 603"/>
                <a:gd name="T10" fmla="*/ 301 w 638"/>
                <a:gd name="T11" fmla="*/ 54 h 603"/>
                <a:gd name="T12" fmla="*/ 305 w 638"/>
                <a:gd name="T13" fmla="*/ 27 h 603"/>
                <a:gd name="T14" fmla="*/ 273 w 638"/>
                <a:gd name="T15" fmla="*/ 59 h 603"/>
                <a:gd name="T16" fmla="*/ 263 w 638"/>
                <a:gd name="T17" fmla="*/ 113 h 603"/>
                <a:gd name="T18" fmla="*/ 111 w 638"/>
                <a:gd name="T19" fmla="*/ 94 h 603"/>
                <a:gd name="T20" fmla="*/ 112 w 638"/>
                <a:gd name="T21" fmla="*/ 207 h 603"/>
                <a:gd name="T22" fmla="*/ 117 w 638"/>
                <a:gd name="T23" fmla="*/ 207 h 603"/>
                <a:gd name="T24" fmla="*/ 148 w 638"/>
                <a:gd name="T25" fmla="*/ 339 h 603"/>
                <a:gd name="T26" fmla="*/ 155 w 638"/>
                <a:gd name="T27" fmla="*/ 339 h 603"/>
                <a:gd name="T28" fmla="*/ 185 w 638"/>
                <a:gd name="T29" fmla="*/ 223 h 603"/>
                <a:gd name="T30" fmla="*/ 185 w 638"/>
                <a:gd name="T31" fmla="*/ 127 h 603"/>
                <a:gd name="T32" fmla="*/ 263 w 638"/>
                <a:gd name="T33" fmla="*/ 136 h 603"/>
                <a:gd name="T34" fmla="*/ 282 w 638"/>
                <a:gd name="T35" fmla="*/ 204 h 603"/>
                <a:gd name="T36" fmla="*/ 305 w 638"/>
                <a:gd name="T37" fmla="*/ 214 h 603"/>
                <a:gd name="T38" fmla="*/ 539 w 638"/>
                <a:gd name="T39" fmla="*/ 204 h 603"/>
                <a:gd name="T40" fmla="*/ 539 w 638"/>
                <a:gd name="T41" fmla="*/ 36 h 603"/>
                <a:gd name="T42" fmla="*/ 520 w 638"/>
                <a:gd name="T43" fmla="*/ 221 h 603"/>
                <a:gd name="T44" fmla="*/ 523 w 638"/>
                <a:gd name="T45" fmla="*/ 341 h 603"/>
                <a:gd name="T46" fmla="*/ 367 w 638"/>
                <a:gd name="T47" fmla="*/ 249 h 603"/>
                <a:gd name="T48" fmla="*/ 334 w 638"/>
                <a:gd name="T49" fmla="*/ 249 h 603"/>
                <a:gd name="T50" fmla="*/ 520 w 638"/>
                <a:gd name="T51" fmla="*/ 221 h 603"/>
                <a:gd name="T52" fmla="*/ 158 w 638"/>
                <a:gd name="T53" fmla="*/ 438 h 603"/>
                <a:gd name="T54" fmla="*/ 113 w 638"/>
                <a:gd name="T55" fmla="*/ 373 h 603"/>
                <a:gd name="T56" fmla="*/ 361 w 638"/>
                <a:gd name="T57" fmla="*/ 438 h 603"/>
                <a:gd name="T58" fmla="*/ 316 w 638"/>
                <a:gd name="T59" fmla="*/ 373 h 603"/>
                <a:gd name="T60" fmla="*/ 567 w 638"/>
                <a:gd name="T61" fmla="*/ 438 h 603"/>
                <a:gd name="T62" fmla="*/ 522 w 638"/>
                <a:gd name="T63" fmla="*/ 373 h 603"/>
                <a:gd name="T64" fmla="*/ 200 w 638"/>
                <a:gd name="T65" fmla="*/ 487 h 603"/>
                <a:gd name="T66" fmla="*/ 221 w 638"/>
                <a:gd name="T67" fmla="*/ 527 h 603"/>
                <a:gd name="T68" fmla="*/ 265 w 638"/>
                <a:gd name="T69" fmla="*/ 448 h 603"/>
                <a:gd name="T70" fmla="*/ 403 w 638"/>
                <a:gd name="T71" fmla="*/ 527 h 603"/>
                <a:gd name="T72" fmla="*/ 433 w 638"/>
                <a:gd name="T73" fmla="*/ 527 h 603"/>
                <a:gd name="T74" fmla="*/ 570 w 638"/>
                <a:gd name="T75" fmla="*/ 448 h 603"/>
                <a:gd name="T76" fmla="*/ 614 w 638"/>
                <a:gd name="T77" fmla="*/ 527 h 603"/>
                <a:gd name="T78" fmla="*/ 638 w 638"/>
                <a:gd name="T79" fmla="*/ 549 h 603"/>
                <a:gd name="T80" fmla="*/ 608 w 638"/>
                <a:gd name="T81" fmla="*/ 549 h 603"/>
                <a:gd name="T82" fmla="*/ 433 w 638"/>
                <a:gd name="T83" fmla="*/ 549 h 603"/>
                <a:gd name="T84" fmla="*/ 403 w 638"/>
                <a:gd name="T85" fmla="*/ 549 h 603"/>
                <a:gd name="T86" fmla="*/ 227 w 638"/>
                <a:gd name="T87" fmla="*/ 549 h 603"/>
                <a:gd name="T88" fmla="*/ 200 w 638"/>
                <a:gd name="T89" fmla="*/ 549 h 603"/>
                <a:gd name="T90" fmla="*/ 24 w 638"/>
                <a:gd name="T91" fmla="*/ 549 h 603"/>
                <a:gd name="T92" fmla="*/ 24 w 638"/>
                <a:gd name="T93" fmla="*/ 527 h 603"/>
                <a:gd name="T94" fmla="*/ 152 w 638"/>
                <a:gd name="T95" fmla="*/ 0 h 603"/>
                <a:gd name="T96" fmla="*/ 108 w 638"/>
                <a:gd name="T97" fmla="*/ 44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38" h="603">
                  <a:moveTo>
                    <a:pt x="516" y="53"/>
                  </a:moveTo>
                  <a:cubicBezTo>
                    <a:pt x="517" y="53"/>
                    <a:pt x="519" y="53"/>
                    <a:pt x="520" y="54"/>
                  </a:cubicBezTo>
                  <a:cubicBezTo>
                    <a:pt x="522" y="56"/>
                    <a:pt x="522" y="57"/>
                    <a:pt x="522" y="59"/>
                  </a:cubicBezTo>
                  <a:lnTo>
                    <a:pt x="522" y="181"/>
                  </a:lnTo>
                  <a:cubicBezTo>
                    <a:pt x="522" y="183"/>
                    <a:pt x="522" y="185"/>
                    <a:pt x="520" y="186"/>
                  </a:cubicBezTo>
                  <a:lnTo>
                    <a:pt x="520" y="186"/>
                  </a:lnTo>
                  <a:cubicBezTo>
                    <a:pt x="519" y="187"/>
                    <a:pt x="517" y="188"/>
                    <a:pt x="516" y="188"/>
                  </a:cubicBezTo>
                  <a:lnTo>
                    <a:pt x="305" y="188"/>
                  </a:lnTo>
                  <a:cubicBezTo>
                    <a:pt x="303" y="188"/>
                    <a:pt x="302" y="187"/>
                    <a:pt x="301" y="186"/>
                  </a:cubicBezTo>
                  <a:lnTo>
                    <a:pt x="300" y="186"/>
                  </a:lnTo>
                  <a:cubicBezTo>
                    <a:pt x="299" y="185"/>
                    <a:pt x="299" y="183"/>
                    <a:pt x="299" y="181"/>
                  </a:cubicBezTo>
                  <a:lnTo>
                    <a:pt x="299" y="129"/>
                  </a:lnTo>
                  <a:lnTo>
                    <a:pt x="403" y="107"/>
                  </a:lnTo>
                  <a:lnTo>
                    <a:pt x="403" y="105"/>
                  </a:lnTo>
                  <a:lnTo>
                    <a:pt x="299" y="119"/>
                  </a:lnTo>
                  <a:lnTo>
                    <a:pt x="299" y="59"/>
                  </a:lnTo>
                  <a:cubicBezTo>
                    <a:pt x="299" y="57"/>
                    <a:pt x="299" y="56"/>
                    <a:pt x="300" y="54"/>
                  </a:cubicBezTo>
                  <a:lnTo>
                    <a:pt x="301" y="54"/>
                  </a:lnTo>
                  <a:cubicBezTo>
                    <a:pt x="302" y="53"/>
                    <a:pt x="303" y="53"/>
                    <a:pt x="305" y="53"/>
                  </a:cubicBezTo>
                  <a:lnTo>
                    <a:pt x="516" y="53"/>
                  </a:lnTo>
                  <a:close/>
                  <a:moveTo>
                    <a:pt x="305" y="27"/>
                  </a:moveTo>
                  <a:cubicBezTo>
                    <a:pt x="296" y="27"/>
                    <a:pt x="288" y="30"/>
                    <a:pt x="282" y="36"/>
                  </a:cubicBezTo>
                  <a:lnTo>
                    <a:pt x="282" y="36"/>
                  </a:lnTo>
                  <a:cubicBezTo>
                    <a:pt x="276" y="42"/>
                    <a:pt x="273" y="50"/>
                    <a:pt x="273" y="59"/>
                  </a:cubicBezTo>
                  <a:lnTo>
                    <a:pt x="273" y="122"/>
                  </a:lnTo>
                  <a:lnTo>
                    <a:pt x="263" y="124"/>
                  </a:lnTo>
                  <a:lnTo>
                    <a:pt x="263" y="113"/>
                  </a:lnTo>
                  <a:lnTo>
                    <a:pt x="217" y="113"/>
                  </a:lnTo>
                  <a:lnTo>
                    <a:pt x="185" y="94"/>
                  </a:lnTo>
                  <a:lnTo>
                    <a:pt x="111" y="94"/>
                  </a:lnTo>
                  <a:cubicBezTo>
                    <a:pt x="96" y="94"/>
                    <a:pt x="84" y="106"/>
                    <a:pt x="84" y="121"/>
                  </a:cubicBezTo>
                  <a:lnTo>
                    <a:pt x="84" y="207"/>
                  </a:lnTo>
                  <a:lnTo>
                    <a:pt x="112" y="207"/>
                  </a:lnTo>
                  <a:lnTo>
                    <a:pt x="112" y="144"/>
                  </a:lnTo>
                  <a:lnTo>
                    <a:pt x="117" y="144"/>
                  </a:lnTo>
                  <a:lnTo>
                    <a:pt x="117" y="207"/>
                  </a:lnTo>
                  <a:lnTo>
                    <a:pt x="117" y="223"/>
                  </a:lnTo>
                  <a:lnTo>
                    <a:pt x="117" y="339"/>
                  </a:lnTo>
                  <a:lnTo>
                    <a:pt x="148" y="339"/>
                  </a:lnTo>
                  <a:lnTo>
                    <a:pt x="148" y="243"/>
                  </a:lnTo>
                  <a:lnTo>
                    <a:pt x="155" y="243"/>
                  </a:lnTo>
                  <a:lnTo>
                    <a:pt x="155" y="339"/>
                  </a:lnTo>
                  <a:lnTo>
                    <a:pt x="185" y="339"/>
                  </a:lnTo>
                  <a:lnTo>
                    <a:pt x="185" y="322"/>
                  </a:lnTo>
                  <a:lnTo>
                    <a:pt x="185" y="223"/>
                  </a:lnTo>
                  <a:lnTo>
                    <a:pt x="185" y="207"/>
                  </a:lnTo>
                  <a:lnTo>
                    <a:pt x="185" y="144"/>
                  </a:lnTo>
                  <a:lnTo>
                    <a:pt x="185" y="127"/>
                  </a:lnTo>
                  <a:lnTo>
                    <a:pt x="217" y="144"/>
                  </a:lnTo>
                  <a:lnTo>
                    <a:pt x="263" y="144"/>
                  </a:lnTo>
                  <a:lnTo>
                    <a:pt x="263" y="136"/>
                  </a:lnTo>
                  <a:lnTo>
                    <a:pt x="273" y="134"/>
                  </a:lnTo>
                  <a:lnTo>
                    <a:pt x="273" y="181"/>
                  </a:lnTo>
                  <a:cubicBezTo>
                    <a:pt x="273" y="190"/>
                    <a:pt x="276" y="198"/>
                    <a:pt x="282" y="204"/>
                  </a:cubicBezTo>
                  <a:lnTo>
                    <a:pt x="282" y="204"/>
                  </a:lnTo>
                  <a:lnTo>
                    <a:pt x="282" y="204"/>
                  </a:lnTo>
                  <a:cubicBezTo>
                    <a:pt x="288" y="210"/>
                    <a:pt x="296" y="214"/>
                    <a:pt x="305" y="214"/>
                  </a:cubicBezTo>
                  <a:lnTo>
                    <a:pt x="516" y="214"/>
                  </a:lnTo>
                  <a:cubicBezTo>
                    <a:pt x="525" y="214"/>
                    <a:pt x="533" y="210"/>
                    <a:pt x="539" y="204"/>
                  </a:cubicBezTo>
                  <a:lnTo>
                    <a:pt x="539" y="204"/>
                  </a:lnTo>
                  <a:cubicBezTo>
                    <a:pt x="545" y="198"/>
                    <a:pt x="548" y="190"/>
                    <a:pt x="548" y="181"/>
                  </a:cubicBezTo>
                  <a:lnTo>
                    <a:pt x="548" y="59"/>
                  </a:lnTo>
                  <a:cubicBezTo>
                    <a:pt x="548" y="50"/>
                    <a:pt x="545" y="42"/>
                    <a:pt x="539" y="36"/>
                  </a:cubicBezTo>
                  <a:cubicBezTo>
                    <a:pt x="533" y="30"/>
                    <a:pt x="525" y="27"/>
                    <a:pt x="516" y="27"/>
                  </a:cubicBezTo>
                  <a:lnTo>
                    <a:pt x="305" y="27"/>
                  </a:lnTo>
                  <a:close/>
                  <a:moveTo>
                    <a:pt x="520" y="221"/>
                  </a:moveTo>
                  <a:lnTo>
                    <a:pt x="520" y="249"/>
                  </a:lnTo>
                  <a:lnTo>
                    <a:pt x="497" y="249"/>
                  </a:lnTo>
                  <a:lnTo>
                    <a:pt x="523" y="341"/>
                  </a:lnTo>
                  <a:lnTo>
                    <a:pt x="490" y="341"/>
                  </a:lnTo>
                  <a:lnTo>
                    <a:pt x="464" y="249"/>
                  </a:lnTo>
                  <a:lnTo>
                    <a:pt x="367" y="249"/>
                  </a:lnTo>
                  <a:lnTo>
                    <a:pt x="341" y="341"/>
                  </a:lnTo>
                  <a:lnTo>
                    <a:pt x="308" y="341"/>
                  </a:lnTo>
                  <a:lnTo>
                    <a:pt x="334" y="249"/>
                  </a:lnTo>
                  <a:lnTo>
                    <a:pt x="306" y="249"/>
                  </a:lnTo>
                  <a:lnTo>
                    <a:pt x="306" y="221"/>
                  </a:lnTo>
                  <a:lnTo>
                    <a:pt x="520" y="221"/>
                  </a:lnTo>
                  <a:close/>
                  <a:moveTo>
                    <a:pt x="113" y="373"/>
                  </a:moveTo>
                  <a:cubicBezTo>
                    <a:pt x="139" y="373"/>
                    <a:pt x="161" y="394"/>
                    <a:pt x="161" y="421"/>
                  </a:cubicBezTo>
                  <a:cubicBezTo>
                    <a:pt x="161" y="427"/>
                    <a:pt x="160" y="433"/>
                    <a:pt x="158" y="438"/>
                  </a:cubicBezTo>
                  <a:lnTo>
                    <a:pt x="68" y="438"/>
                  </a:lnTo>
                  <a:cubicBezTo>
                    <a:pt x="66" y="433"/>
                    <a:pt x="65" y="427"/>
                    <a:pt x="65" y="421"/>
                  </a:cubicBezTo>
                  <a:cubicBezTo>
                    <a:pt x="65" y="394"/>
                    <a:pt x="86" y="373"/>
                    <a:pt x="113" y="373"/>
                  </a:cubicBezTo>
                  <a:close/>
                  <a:moveTo>
                    <a:pt x="316" y="373"/>
                  </a:moveTo>
                  <a:cubicBezTo>
                    <a:pt x="342" y="373"/>
                    <a:pt x="364" y="394"/>
                    <a:pt x="364" y="421"/>
                  </a:cubicBezTo>
                  <a:cubicBezTo>
                    <a:pt x="364" y="427"/>
                    <a:pt x="363" y="433"/>
                    <a:pt x="361" y="438"/>
                  </a:cubicBezTo>
                  <a:lnTo>
                    <a:pt x="271" y="438"/>
                  </a:lnTo>
                  <a:cubicBezTo>
                    <a:pt x="269" y="433"/>
                    <a:pt x="268" y="427"/>
                    <a:pt x="268" y="421"/>
                  </a:cubicBezTo>
                  <a:cubicBezTo>
                    <a:pt x="268" y="394"/>
                    <a:pt x="289" y="373"/>
                    <a:pt x="316" y="373"/>
                  </a:cubicBezTo>
                  <a:close/>
                  <a:moveTo>
                    <a:pt x="522" y="373"/>
                  </a:moveTo>
                  <a:cubicBezTo>
                    <a:pt x="548" y="373"/>
                    <a:pt x="570" y="394"/>
                    <a:pt x="570" y="421"/>
                  </a:cubicBezTo>
                  <a:cubicBezTo>
                    <a:pt x="570" y="427"/>
                    <a:pt x="569" y="433"/>
                    <a:pt x="567" y="438"/>
                  </a:cubicBezTo>
                  <a:lnTo>
                    <a:pt x="477" y="438"/>
                  </a:lnTo>
                  <a:cubicBezTo>
                    <a:pt x="475" y="433"/>
                    <a:pt x="474" y="427"/>
                    <a:pt x="474" y="421"/>
                  </a:cubicBezTo>
                  <a:cubicBezTo>
                    <a:pt x="474" y="394"/>
                    <a:pt x="495" y="373"/>
                    <a:pt x="522" y="373"/>
                  </a:cubicBezTo>
                  <a:close/>
                  <a:moveTo>
                    <a:pt x="62" y="448"/>
                  </a:moveTo>
                  <a:lnTo>
                    <a:pt x="161" y="448"/>
                  </a:lnTo>
                  <a:cubicBezTo>
                    <a:pt x="182" y="448"/>
                    <a:pt x="200" y="466"/>
                    <a:pt x="200" y="487"/>
                  </a:cubicBezTo>
                  <a:lnTo>
                    <a:pt x="200" y="527"/>
                  </a:lnTo>
                  <a:lnTo>
                    <a:pt x="203" y="527"/>
                  </a:lnTo>
                  <a:lnTo>
                    <a:pt x="221" y="527"/>
                  </a:lnTo>
                  <a:lnTo>
                    <a:pt x="227" y="527"/>
                  </a:lnTo>
                  <a:lnTo>
                    <a:pt x="227" y="487"/>
                  </a:lnTo>
                  <a:cubicBezTo>
                    <a:pt x="227" y="466"/>
                    <a:pt x="244" y="448"/>
                    <a:pt x="265" y="448"/>
                  </a:cubicBezTo>
                  <a:lnTo>
                    <a:pt x="364" y="448"/>
                  </a:lnTo>
                  <a:cubicBezTo>
                    <a:pt x="385" y="448"/>
                    <a:pt x="403" y="466"/>
                    <a:pt x="403" y="487"/>
                  </a:cubicBezTo>
                  <a:lnTo>
                    <a:pt x="403" y="527"/>
                  </a:lnTo>
                  <a:lnTo>
                    <a:pt x="409" y="527"/>
                  </a:lnTo>
                  <a:lnTo>
                    <a:pt x="424" y="527"/>
                  </a:lnTo>
                  <a:lnTo>
                    <a:pt x="433" y="527"/>
                  </a:lnTo>
                  <a:lnTo>
                    <a:pt x="433" y="487"/>
                  </a:lnTo>
                  <a:cubicBezTo>
                    <a:pt x="433" y="466"/>
                    <a:pt x="450" y="448"/>
                    <a:pt x="471" y="448"/>
                  </a:cubicBezTo>
                  <a:lnTo>
                    <a:pt x="570" y="448"/>
                  </a:lnTo>
                  <a:cubicBezTo>
                    <a:pt x="591" y="448"/>
                    <a:pt x="608" y="466"/>
                    <a:pt x="608" y="487"/>
                  </a:cubicBezTo>
                  <a:lnTo>
                    <a:pt x="608" y="527"/>
                  </a:lnTo>
                  <a:lnTo>
                    <a:pt x="614" y="527"/>
                  </a:lnTo>
                  <a:lnTo>
                    <a:pt x="630" y="527"/>
                  </a:lnTo>
                  <a:lnTo>
                    <a:pt x="638" y="527"/>
                  </a:lnTo>
                  <a:lnTo>
                    <a:pt x="638" y="549"/>
                  </a:lnTo>
                  <a:lnTo>
                    <a:pt x="630" y="549"/>
                  </a:lnTo>
                  <a:lnTo>
                    <a:pt x="614" y="549"/>
                  </a:lnTo>
                  <a:lnTo>
                    <a:pt x="608" y="549"/>
                  </a:lnTo>
                  <a:lnTo>
                    <a:pt x="608" y="603"/>
                  </a:lnTo>
                  <a:lnTo>
                    <a:pt x="433" y="603"/>
                  </a:lnTo>
                  <a:lnTo>
                    <a:pt x="433" y="549"/>
                  </a:lnTo>
                  <a:lnTo>
                    <a:pt x="424" y="549"/>
                  </a:lnTo>
                  <a:lnTo>
                    <a:pt x="409" y="549"/>
                  </a:lnTo>
                  <a:lnTo>
                    <a:pt x="403" y="549"/>
                  </a:lnTo>
                  <a:lnTo>
                    <a:pt x="403" y="603"/>
                  </a:lnTo>
                  <a:lnTo>
                    <a:pt x="227" y="603"/>
                  </a:lnTo>
                  <a:lnTo>
                    <a:pt x="227" y="549"/>
                  </a:lnTo>
                  <a:lnTo>
                    <a:pt x="221" y="549"/>
                  </a:lnTo>
                  <a:lnTo>
                    <a:pt x="203" y="549"/>
                  </a:lnTo>
                  <a:lnTo>
                    <a:pt x="200" y="549"/>
                  </a:lnTo>
                  <a:lnTo>
                    <a:pt x="200" y="603"/>
                  </a:lnTo>
                  <a:lnTo>
                    <a:pt x="24" y="603"/>
                  </a:lnTo>
                  <a:lnTo>
                    <a:pt x="24" y="549"/>
                  </a:lnTo>
                  <a:lnTo>
                    <a:pt x="0" y="549"/>
                  </a:lnTo>
                  <a:lnTo>
                    <a:pt x="0" y="527"/>
                  </a:lnTo>
                  <a:lnTo>
                    <a:pt x="24" y="527"/>
                  </a:lnTo>
                  <a:lnTo>
                    <a:pt x="24" y="487"/>
                  </a:lnTo>
                  <a:cubicBezTo>
                    <a:pt x="24" y="466"/>
                    <a:pt x="41" y="448"/>
                    <a:pt x="62" y="448"/>
                  </a:cubicBezTo>
                  <a:close/>
                  <a:moveTo>
                    <a:pt x="152" y="0"/>
                  </a:moveTo>
                  <a:cubicBezTo>
                    <a:pt x="176" y="0"/>
                    <a:pt x="196" y="20"/>
                    <a:pt x="196" y="44"/>
                  </a:cubicBezTo>
                  <a:cubicBezTo>
                    <a:pt x="196" y="69"/>
                    <a:pt x="176" y="88"/>
                    <a:pt x="152" y="88"/>
                  </a:cubicBezTo>
                  <a:cubicBezTo>
                    <a:pt x="127" y="88"/>
                    <a:pt x="108" y="69"/>
                    <a:pt x="108" y="44"/>
                  </a:cubicBezTo>
                  <a:cubicBezTo>
                    <a:pt x="108" y="20"/>
                    <a:pt x="127" y="0"/>
                    <a:pt x="152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latin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371 0.15031 L -4.16667E-7 1.7284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86" y="-751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545 -0.00124 L -2.91667E-6 1.11111E-6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73" y="6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736 -0.16049 L 6.94444E-7 -1.11111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68" y="802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43691">
            <a:off x="12650583" y="5606367"/>
            <a:ext cx="6964299" cy="8229600"/>
          </a:xfrm>
          <a:custGeom>
            <a:avLst/>
            <a:gdLst/>
            <a:ahLst/>
            <a:cxnLst/>
            <a:rect l="l" t="t" r="r" b="b"/>
            <a:pathLst>
              <a:path w="6964299" h="8229600">
                <a:moveTo>
                  <a:pt x="0" y="0"/>
                </a:moveTo>
                <a:lnTo>
                  <a:pt x="6964299" y="0"/>
                </a:lnTo>
                <a:lnTo>
                  <a:pt x="69642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01857" y="-2160536"/>
            <a:ext cx="6151626" cy="8229600"/>
          </a:xfrm>
          <a:custGeom>
            <a:avLst/>
            <a:gdLst/>
            <a:ahLst/>
            <a:cxnLst/>
            <a:rect l="l" t="t" r="r" b="b"/>
            <a:pathLst>
              <a:path w="6151626" h="8229600">
                <a:moveTo>
                  <a:pt x="0" y="0"/>
                </a:moveTo>
                <a:lnTo>
                  <a:pt x="6151626" y="0"/>
                </a:lnTo>
                <a:lnTo>
                  <a:pt x="61516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4579807" y="828084"/>
            <a:ext cx="1010861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375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Linux Biolinum"/>
              </a:rPr>
              <a:t>MÔI TRƯỜNG THỰC HIỆN ĐỀ TÀI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4247" y="4324838"/>
            <a:ext cx="5410200" cy="104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Visual Studio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phát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triển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phía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back-end)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24247" y="2866857"/>
            <a:ext cx="5410200" cy="104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Visual Studio Code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phát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triển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phía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back-end)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4247" y="5782819"/>
            <a:ext cx="5410200" cy="104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Postman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kiểm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thử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API)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24247" y="7240800"/>
            <a:ext cx="5410200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DBeaver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phát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triển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database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5DEAF9B-F077-7D14-ADEE-D8F46C3FED18}"/>
              </a:ext>
            </a:extLst>
          </p:cNvPr>
          <p:cNvSpPr/>
          <p:nvPr/>
        </p:nvSpPr>
        <p:spPr>
          <a:xfrm flipH="1">
            <a:off x="10668000" y="3266081"/>
            <a:ext cx="6477000" cy="4784838"/>
          </a:xfrm>
          <a:prstGeom prst="rect">
            <a:avLst/>
          </a:prstGeom>
          <a:blipFill dpi="0" rotWithShape="1">
            <a:blip r:embed="rId4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82D3B568-DDDF-CC00-9471-957912D7DD15}"/>
              </a:ext>
            </a:extLst>
          </p:cNvPr>
          <p:cNvSpPr/>
          <p:nvPr/>
        </p:nvSpPr>
        <p:spPr>
          <a:xfrm>
            <a:off x="2202662" y="2866857"/>
            <a:ext cx="531023" cy="5227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30A4301B-636E-8F65-0405-B83499133A40}"/>
              </a:ext>
            </a:extLst>
          </p:cNvPr>
          <p:cNvSpPr/>
          <p:nvPr/>
        </p:nvSpPr>
        <p:spPr>
          <a:xfrm>
            <a:off x="2202663" y="4319450"/>
            <a:ext cx="531023" cy="52270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41119D3A-B1AF-F7D1-ADDC-C7C7A1344DE4}"/>
              </a:ext>
            </a:extLst>
          </p:cNvPr>
          <p:cNvSpPr/>
          <p:nvPr/>
        </p:nvSpPr>
        <p:spPr>
          <a:xfrm>
            <a:off x="2202661" y="5782819"/>
            <a:ext cx="531023" cy="52270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0202C1F6-F7A0-E1D2-D8CE-8CB9AC5B5C59}"/>
              </a:ext>
            </a:extLst>
          </p:cNvPr>
          <p:cNvSpPr/>
          <p:nvPr/>
        </p:nvSpPr>
        <p:spPr>
          <a:xfrm>
            <a:off x="2202661" y="7246188"/>
            <a:ext cx="531023" cy="52270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7EDDBCEA-711B-DF9F-AA9D-2F2B5817E0D4}"/>
              </a:ext>
            </a:extLst>
          </p:cNvPr>
          <p:cNvSpPr/>
          <p:nvPr/>
        </p:nvSpPr>
        <p:spPr>
          <a:xfrm>
            <a:off x="2202660" y="4319449"/>
            <a:ext cx="531023" cy="5227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5E0205BF-E381-F755-DC38-C93B0294D5EF}"/>
              </a:ext>
            </a:extLst>
          </p:cNvPr>
          <p:cNvSpPr/>
          <p:nvPr/>
        </p:nvSpPr>
        <p:spPr>
          <a:xfrm>
            <a:off x="2202658" y="7241321"/>
            <a:ext cx="531023" cy="5227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529CC2AE-6B81-A2E6-1910-2AB75D92AF7D}"/>
              </a:ext>
            </a:extLst>
          </p:cNvPr>
          <p:cNvSpPr/>
          <p:nvPr/>
        </p:nvSpPr>
        <p:spPr>
          <a:xfrm>
            <a:off x="2202658" y="5775815"/>
            <a:ext cx="531023" cy="5227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09F44-9D94-A833-FB03-01C1B87A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485778-497F-AC09-4C95-4AA4B907A98B}"/>
              </a:ext>
            </a:extLst>
          </p:cNvPr>
          <p:cNvSpPr/>
          <p:nvPr/>
        </p:nvSpPr>
        <p:spPr>
          <a:xfrm rot="1743691">
            <a:off x="12650583" y="5606367"/>
            <a:ext cx="6964299" cy="8229600"/>
          </a:xfrm>
          <a:custGeom>
            <a:avLst/>
            <a:gdLst/>
            <a:ahLst/>
            <a:cxnLst/>
            <a:rect l="l" t="t" r="r" b="b"/>
            <a:pathLst>
              <a:path w="6964299" h="8229600">
                <a:moveTo>
                  <a:pt x="0" y="0"/>
                </a:moveTo>
                <a:lnTo>
                  <a:pt x="6964299" y="0"/>
                </a:lnTo>
                <a:lnTo>
                  <a:pt x="69642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6CA0C51-36A7-CF69-AC3C-7F7976BB0B7D}"/>
              </a:ext>
            </a:extLst>
          </p:cNvPr>
          <p:cNvSpPr/>
          <p:nvPr/>
        </p:nvSpPr>
        <p:spPr>
          <a:xfrm>
            <a:off x="-1901857" y="-2160536"/>
            <a:ext cx="6151626" cy="8229600"/>
          </a:xfrm>
          <a:custGeom>
            <a:avLst/>
            <a:gdLst/>
            <a:ahLst/>
            <a:cxnLst/>
            <a:rect l="l" t="t" r="r" b="b"/>
            <a:pathLst>
              <a:path w="6151626" h="8229600">
                <a:moveTo>
                  <a:pt x="0" y="0"/>
                </a:moveTo>
                <a:lnTo>
                  <a:pt x="6151626" y="0"/>
                </a:lnTo>
                <a:lnTo>
                  <a:pt x="61516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687112-0AFC-BE13-0657-266B469D75FE}"/>
              </a:ext>
            </a:extLst>
          </p:cNvPr>
          <p:cNvSpPr txBox="1"/>
          <p:nvPr/>
        </p:nvSpPr>
        <p:spPr>
          <a:xfrm>
            <a:off x="4579807" y="828084"/>
            <a:ext cx="1010861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375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Linux Biolinum"/>
              </a:rPr>
              <a:t>MÔI TRƯỜNG THỰC HIỆN ĐỀ TÀI</a:t>
            </a:r>
          </a:p>
        </p:txBody>
      </p:sp>
      <p:grpSp>
        <p:nvGrpSpPr>
          <p:cNvPr id="10" name="组合 19">
            <a:extLst>
              <a:ext uri="{FF2B5EF4-FFF2-40B4-BE49-F238E27FC236}">
                <a16:creationId xmlns:a16="http://schemas.microsoft.com/office/drawing/2014/main" id="{F87EE9A4-3BE5-1EA0-86AF-1DCD3D249B64}"/>
              </a:ext>
            </a:extLst>
          </p:cNvPr>
          <p:cNvGrpSpPr/>
          <p:nvPr/>
        </p:nvGrpSpPr>
        <p:grpSpPr>
          <a:xfrm>
            <a:off x="6307239" y="2546862"/>
            <a:ext cx="5673522" cy="5193276"/>
            <a:chOff x="3711479" y="1272985"/>
            <a:chExt cx="5138799" cy="5183677"/>
          </a:xfrm>
          <a:solidFill>
            <a:schemeClr val="bg1"/>
          </a:solidFill>
        </p:grpSpPr>
        <p:grpSp>
          <p:nvGrpSpPr>
            <p:cNvPr id="11" name="组合 20">
              <a:extLst>
                <a:ext uri="{FF2B5EF4-FFF2-40B4-BE49-F238E27FC236}">
                  <a16:creationId xmlns:a16="http://schemas.microsoft.com/office/drawing/2014/main" id="{5CFB9E55-655A-AFB1-A50B-4FE0D6A9F14D}"/>
                </a:ext>
              </a:extLst>
            </p:cNvPr>
            <p:cNvGrpSpPr/>
            <p:nvPr/>
          </p:nvGrpSpPr>
          <p:grpSpPr>
            <a:xfrm>
              <a:off x="3711479" y="1272985"/>
              <a:ext cx="5138799" cy="5183677"/>
              <a:chOff x="3765171" y="1421575"/>
              <a:chExt cx="4704460" cy="4745545"/>
            </a:xfrm>
            <a:grpFill/>
          </p:grpSpPr>
          <p:sp>
            <p:nvSpPr>
              <p:cNvPr id="30" name="任意多边形 25">
                <a:extLst>
                  <a:ext uri="{FF2B5EF4-FFF2-40B4-BE49-F238E27FC236}">
                    <a16:creationId xmlns:a16="http://schemas.microsoft.com/office/drawing/2014/main" id="{61F18F15-5DAE-B7F3-A674-23FB7FD56B70}"/>
                  </a:ext>
                </a:extLst>
              </p:cNvPr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>
                  <a:gd name="connsiteX0" fmla="*/ 1382139 w 2422269"/>
                  <a:gd name="connsiteY0" fmla="*/ 2080260 h 2080260"/>
                  <a:gd name="connsiteX1" fmla="*/ 1198649 w 2422269"/>
                  <a:gd name="connsiteY1" fmla="*/ 2080260 h 2080260"/>
                  <a:gd name="connsiteX2" fmla="*/ 1198649 w 2422269"/>
                  <a:gd name="connsiteY2" fmla="*/ 1699287 h 2080260"/>
                  <a:gd name="connsiteX3" fmla="*/ 1211517 w 2422269"/>
                  <a:gd name="connsiteY3" fmla="*/ 1718373 h 2080260"/>
                  <a:gd name="connsiteX4" fmla="*/ 1312545 w 2422269"/>
                  <a:gd name="connsiteY4" fmla="*/ 1760220 h 2080260"/>
                  <a:gd name="connsiteX5" fmla="*/ 1455420 w 2422269"/>
                  <a:gd name="connsiteY5" fmla="*/ 1617345 h 2080260"/>
                  <a:gd name="connsiteX6" fmla="*/ 1312545 w 2422269"/>
                  <a:gd name="connsiteY6" fmla="*/ 1474470 h 2080260"/>
                  <a:gd name="connsiteX7" fmla="*/ 1211517 w 2422269"/>
                  <a:gd name="connsiteY7" fmla="*/ 1516317 h 2080260"/>
                  <a:gd name="connsiteX8" fmla="*/ 1198649 w 2422269"/>
                  <a:gd name="connsiteY8" fmla="*/ 1535403 h 2080260"/>
                  <a:gd name="connsiteX9" fmla="*/ 1198649 w 2422269"/>
                  <a:gd name="connsiteY9" fmla="*/ 1163955 h 2080260"/>
                  <a:gd name="connsiteX10" fmla="*/ 1397097 w 2422269"/>
                  <a:gd name="connsiteY10" fmla="*/ 1163955 h 2080260"/>
                  <a:gd name="connsiteX11" fmla="*/ 1524732 w 2422269"/>
                  <a:gd name="connsiteY11" fmla="*/ 1036320 h 2080260"/>
                  <a:gd name="connsiteX12" fmla="*/ 1397097 w 2422269"/>
                  <a:gd name="connsiteY12" fmla="*/ 908685 h 2080260"/>
                  <a:gd name="connsiteX13" fmla="*/ 195486 w 2422269"/>
                  <a:gd name="connsiteY13" fmla="*/ 908685 h 2080260"/>
                  <a:gd name="connsiteX14" fmla="*/ 195486 w 2422269"/>
                  <a:gd name="connsiteY14" fmla="*/ 568499 h 2080260"/>
                  <a:gd name="connsiteX15" fmla="*/ 142875 w 2422269"/>
                  <a:gd name="connsiteY15" fmla="*/ 579120 h 2080260"/>
                  <a:gd name="connsiteX16" fmla="*/ 0 w 2422269"/>
                  <a:gd name="connsiteY16" fmla="*/ 436245 h 2080260"/>
                  <a:gd name="connsiteX17" fmla="*/ 142875 w 2422269"/>
                  <a:gd name="connsiteY17" fmla="*/ 293370 h 2080260"/>
                  <a:gd name="connsiteX18" fmla="*/ 195486 w 2422269"/>
                  <a:gd name="connsiteY18" fmla="*/ 303992 h 2080260"/>
                  <a:gd name="connsiteX19" fmla="*/ 195486 w 2422269"/>
                  <a:gd name="connsiteY19" fmla="*/ 0 h 2080260"/>
                  <a:gd name="connsiteX20" fmla="*/ 1382139 w 2422269"/>
                  <a:gd name="connsiteY20" fmla="*/ 0 h 2080260"/>
                  <a:gd name="connsiteX21" fmla="*/ 2422269 w 2422269"/>
                  <a:gd name="connsiteY21" fmla="*/ 1040130 h 2080260"/>
                  <a:gd name="connsiteX22" fmla="*/ 1382139 w 2422269"/>
                  <a:gd name="connsiteY22" fmla="*/ 2080260 h 208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422269" h="208026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1" name="任意多边形 26">
                <a:extLst>
                  <a:ext uri="{FF2B5EF4-FFF2-40B4-BE49-F238E27FC236}">
                    <a16:creationId xmlns:a16="http://schemas.microsoft.com/office/drawing/2014/main" id="{7956B98F-B0E7-312C-D814-06F533F9AE83}"/>
                  </a:ext>
                </a:extLst>
              </p:cNvPr>
              <p:cNvSpPr/>
              <p:nvPr/>
            </p:nvSpPr>
            <p:spPr>
              <a:xfrm rot="16200000">
                <a:off x="4900552" y="1592580"/>
                <a:ext cx="2422269" cy="2080260"/>
              </a:xfrm>
              <a:custGeom>
                <a:avLst/>
                <a:gdLst>
                  <a:gd name="connsiteX0" fmla="*/ 1382139 w 2422269"/>
                  <a:gd name="connsiteY0" fmla="*/ 2080260 h 2080260"/>
                  <a:gd name="connsiteX1" fmla="*/ 1198649 w 2422269"/>
                  <a:gd name="connsiteY1" fmla="*/ 2080260 h 2080260"/>
                  <a:gd name="connsiteX2" fmla="*/ 1198649 w 2422269"/>
                  <a:gd name="connsiteY2" fmla="*/ 1699287 h 2080260"/>
                  <a:gd name="connsiteX3" fmla="*/ 1211517 w 2422269"/>
                  <a:gd name="connsiteY3" fmla="*/ 1718373 h 2080260"/>
                  <a:gd name="connsiteX4" fmla="*/ 1312545 w 2422269"/>
                  <a:gd name="connsiteY4" fmla="*/ 1760220 h 2080260"/>
                  <a:gd name="connsiteX5" fmla="*/ 1455420 w 2422269"/>
                  <a:gd name="connsiteY5" fmla="*/ 1617345 h 2080260"/>
                  <a:gd name="connsiteX6" fmla="*/ 1312545 w 2422269"/>
                  <a:gd name="connsiteY6" fmla="*/ 1474470 h 2080260"/>
                  <a:gd name="connsiteX7" fmla="*/ 1211517 w 2422269"/>
                  <a:gd name="connsiteY7" fmla="*/ 1516317 h 2080260"/>
                  <a:gd name="connsiteX8" fmla="*/ 1198649 w 2422269"/>
                  <a:gd name="connsiteY8" fmla="*/ 1535403 h 2080260"/>
                  <a:gd name="connsiteX9" fmla="*/ 1198649 w 2422269"/>
                  <a:gd name="connsiteY9" fmla="*/ 1163955 h 2080260"/>
                  <a:gd name="connsiteX10" fmla="*/ 1397097 w 2422269"/>
                  <a:gd name="connsiteY10" fmla="*/ 1163955 h 2080260"/>
                  <a:gd name="connsiteX11" fmla="*/ 1524732 w 2422269"/>
                  <a:gd name="connsiteY11" fmla="*/ 1036320 h 2080260"/>
                  <a:gd name="connsiteX12" fmla="*/ 1397097 w 2422269"/>
                  <a:gd name="connsiteY12" fmla="*/ 908685 h 2080260"/>
                  <a:gd name="connsiteX13" fmla="*/ 195486 w 2422269"/>
                  <a:gd name="connsiteY13" fmla="*/ 908685 h 2080260"/>
                  <a:gd name="connsiteX14" fmla="*/ 195486 w 2422269"/>
                  <a:gd name="connsiteY14" fmla="*/ 568499 h 2080260"/>
                  <a:gd name="connsiteX15" fmla="*/ 142875 w 2422269"/>
                  <a:gd name="connsiteY15" fmla="*/ 579120 h 2080260"/>
                  <a:gd name="connsiteX16" fmla="*/ 0 w 2422269"/>
                  <a:gd name="connsiteY16" fmla="*/ 436245 h 2080260"/>
                  <a:gd name="connsiteX17" fmla="*/ 142875 w 2422269"/>
                  <a:gd name="connsiteY17" fmla="*/ 293370 h 2080260"/>
                  <a:gd name="connsiteX18" fmla="*/ 195486 w 2422269"/>
                  <a:gd name="connsiteY18" fmla="*/ 303992 h 2080260"/>
                  <a:gd name="connsiteX19" fmla="*/ 195486 w 2422269"/>
                  <a:gd name="connsiteY19" fmla="*/ 0 h 2080260"/>
                  <a:gd name="connsiteX20" fmla="*/ 1382139 w 2422269"/>
                  <a:gd name="connsiteY20" fmla="*/ 0 h 2080260"/>
                  <a:gd name="connsiteX21" fmla="*/ 2422269 w 2422269"/>
                  <a:gd name="connsiteY21" fmla="*/ 1040130 h 2080260"/>
                  <a:gd name="connsiteX22" fmla="*/ 1382139 w 2422269"/>
                  <a:gd name="connsiteY22" fmla="*/ 2080260 h 208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422269" h="208026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2" name="任意多边形 27">
                <a:extLst>
                  <a:ext uri="{FF2B5EF4-FFF2-40B4-BE49-F238E27FC236}">
                    <a16:creationId xmlns:a16="http://schemas.microsoft.com/office/drawing/2014/main" id="{422693BF-0622-DC14-484B-C360626E4E7C}"/>
                  </a:ext>
                </a:extLst>
              </p:cNvPr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>
                  <a:gd name="connsiteX0" fmla="*/ 1382139 w 2422269"/>
                  <a:gd name="connsiteY0" fmla="*/ 2080260 h 2080260"/>
                  <a:gd name="connsiteX1" fmla="*/ 1198649 w 2422269"/>
                  <a:gd name="connsiteY1" fmla="*/ 2080260 h 2080260"/>
                  <a:gd name="connsiteX2" fmla="*/ 1198649 w 2422269"/>
                  <a:gd name="connsiteY2" fmla="*/ 1699287 h 2080260"/>
                  <a:gd name="connsiteX3" fmla="*/ 1211517 w 2422269"/>
                  <a:gd name="connsiteY3" fmla="*/ 1718373 h 2080260"/>
                  <a:gd name="connsiteX4" fmla="*/ 1312545 w 2422269"/>
                  <a:gd name="connsiteY4" fmla="*/ 1760220 h 2080260"/>
                  <a:gd name="connsiteX5" fmla="*/ 1455420 w 2422269"/>
                  <a:gd name="connsiteY5" fmla="*/ 1617345 h 2080260"/>
                  <a:gd name="connsiteX6" fmla="*/ 1312545 w 2422269"/>
                  <a:gd name="connsiteY6" fmla="*/ 1474470 h 2080260"/>
                  <a:gd name="connsiteX7" fmla="*/ 1211517 w 2422269"/>
                  <a:gd name="connsiteY7" fmla="*/ 1516317 h 2080260"/>
                  <a:gd name="connsiteX8" fmla="*/ 1198649 w 2422269"/>
                  <a:gd name="connsiteY8" fmla="*/ 1535403 h 2080260"/>
                  <a:gd name="connsiteX9" fmla="*/ 1198649 w 2422269"/>
                  <a:gd name="connsiteY9" fmla="*/ 1163955 h 2080260"/>
                  <a:gd name="connsiteX10" fmla="*/ 1397097 w 2422269"/>
                  <a:gd name="connsiteY10" fmla="*/ 1163955 h 2080260"/>
                  <a:gd name="connsiteX11" fmla="*/ 1524732 w 2422269"/>
                  <a:gd name="connsiteY11" fmla="*/ 1036320 h 2080260"/>
                  <a:gd name="connsiteX12" fmla="*/ 1397097 w 2422269"/>
                  <a:gd name="connsiteY12" fmla="*/ 908685 h 2080260"/>
                  <a:gd name="connsiteX13" fmla="*/ 195486 w 2422269"/>
                  <a:gd name="connsiteY13" fmla="*/ 908685 h 2080260"/>
                  <a:gd name="connsiteX14" fmla="*/ 195486 w 2422269"/>
                  <a:gd name="connsiteY14" fmla="*/ 568499 h 2080260"/>
                  <a:gd name="connsiteX15" fmla="*/ 142875 w 2422269"/>
                  <a:gd name="connsiteY15" fmla="*/ 579120 h 2080260"/>
                  <a:gd name="connsiteX16" fmla="*/ 0 w 2422269"/>
                  <a:gd name="connsiteY16" fmla="*/ 436245 h 2080260"/>
                  <a:gd name="connsiteX17" fmla="*/ 142875 w 2422269"/>
                  <a:gd name="connsiteY17" fmla="*/ 293370 h 2080260"/>
                  <a:gd name="connsiteX18" fmla="*/ 195486 w 2422269"/>
                  <a:gd name="connsiteY18" fmla="*/ 303992 h 2080260"/>
                  <a:gd name="connsiteX19" fmla="*/ 195486 w 2422269"/>
                  <a:gd name="connsiteY19" fmla="*/ 0 h 2080260"/>
                  <a:gd name="connsiteX20" fmla="*/ 1382139 w 2422269"/>
                  <a:gd name="connsiteY20" fmla="*/ 0 h 2080260"/>
                  <a:gd name="connsiteX21" fmla="*/ 2422269 w 2422269"/>
                  <a:gd name="connsiteY21" fmla="*/ 1040130 h 2080260"/>
                  <a:gd name="connsiteX22" fmla="*/ 1382139 w 2422269"/>
                  <a:gd name="connsiteY22" fmla="*/ 2080260 h 208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422269" h="208026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3" name="任意多边形 28">
                <a:extLst>
                  <a:ext uri="{FF2B5EF4-FFF2-40B4-BE49-F238E27FC236}">
                    <a16:creationId xmlns:a16="http://schemas.microsoft.com/office/drawing/2014/main" id="{273CCFEC-7F39-BAD8-3455-F3E018341F35}"/>
                  </a:ext>
                </a:extLst>
              </p:cNvPr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>
                  <a:gd name="connsiteX0" fmla="*/ 1382139 w 2422269"/>
                  <a:gd name="connsiteY0" fmla="*/ 2080260 h 2080260"/>
                  <a:gd name="connsiteX1" fmla="*/ 1198649 w 2422269"/>
                  <a:gd name="connsiteY1" fmla="*/ 2080260 h 2080260"/>
                  <a:gd name="connsiteX2" fmla="*/ 1198649 w 2422269"/>
                  <a:gd name="connsiteY2" fmla="*/ 1699287 h 2080260"/>
                  <a:gd name="connsiteX3" fmla="*/ 1211517 w 2422269"/>
                  <a:gd name="connsiteY3" fmla="*/ 1718373 h 2080260"/>
                  <a:gd name="connsiteX4" fmla="*/ 1312545 w 2422269"/>
                  <a:gd name="connsiteY4" fmla="*/ 1760220 h 2080260"/>
                  <a:gd name="connsiteX5" fmla="*/ 1455420 w 2422269"/>
                  <a:gd name="connsiteY5" fmla="*/ 1617345 h 2080260"/>
                  <a:gd name="connsiteX6" fmla="*/ 1312545 w 2422269"/>
                  <a:gd name="connsiteY6" fmla="*/ 1474470 h 2080260"/>
                  <a:gd name="connsiteX7" fmla="*/ 1211517 w 2422269"/>
                  <a:gd name="connsiteY7" fmla="*/ 1516317 h 2080260"/>
                  <a:gd name="connsiteX8" fmla="*/ 1198649 w 2422269"/>
                  <a:gd name="connsiteY8" fmla="*/ 1535403 h 2080260"/>
                  <a:gd name="connsiteX9" fmla="*/ 1198649 w 2422269"/>
                  <a:gd name="connsiteY9" fmla="*/ 1163955 h 2080260"/>
                  <a:gd name="connsiteX10" fmla="*/ 1397097 w 2422269"/>
                  <a:gd name="connsiteY10" fmla="*/ 1163955 h 2080260"/>
                  <a:gd name="connsiteX11" fmla="*/ 1524732 w 2422269"/>
                  <a:gd name="connsiteY11" fmla="*/ 1036320 h 2080260"/>
                  <a:gd name="connsiteX12" fmla="*/ 1397097 w 2422269"/>
                  <a:gd name="connsiteY12" fmla="*/ 908685 h 2080260"/>
                  <a:gd name="connsiteX13" fmla="*/ 195486 w 2422269"/>
                  <a:gd name="connsiteY13" fmla="*/ 908685 h 2080260"/>
                  <a:gd name="connsiteX14" fmla="*/ 195486 w 2422269"/>
                  <a:gd name="connsiteY14" fmla="*/ 568499 h 2080260"/>
                  <a:gd name="connsiteX15" fmla="*/ 142875 w 2422269"/>
                  <a:gd name="connsiteY15" fmla="*/ 579120 h 2080260"/>
                  <a:gd name="connsiteX16" fmla="*/ 0 w 2422269"/>
                  <a:gd name="connsiteY16" fmla="*/ 436245 h 2080260"/>
                  <a:gd name="connsiteX17" fmla="*/ 142875 w 2422269"/>
                  <a:gd name="connsiteY17" fmla="*/ 293370 h 2080260"/>
                  <a:gd name="connsiteX18" fmla="*/ 195486 w 2422269"/>
                  <a:gd name="connsiteY18" fmla="*/ 303992 h 2080260"/>
                  <a:gd name="connsiteX19" fmla="*/ 195486 w 2422269"/>
                  <a:gd name="connsiteY19" fmla="*/ 0 h 2080260"/>
                  <a:gd name="connsiteX20" fmla="*/ 1382139 w 2422269"/>
                  <a:gd name="connsiteY20" fmla="*/ 0 h 2080260"/>
                  <a:gd name="connsiteX21" fmla="*/ 2422269 w 2422269"/>
                  <a:gd name="connsiteY21" fmla="*/ 1040130 h 2080260"/>
                  <a:gd name="connsiteX22" fmla="*/ 1382139 w 2422269"/>
                  <a:gd name="connsiteY22" fmla="*/ 2080260 h 208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422269" h="208026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grpSp>
          <p:nvGrpSpPr>
            <p:cNvPr id="12" name="组合 21">
              <a:extLst>
                <a:ext uri="{FF2B5EF4-FFF2-40B4-BE49-F238E27FC236}">
                  <a16:creationId xmlns:a16="http://schemas.microsoft.com/office/drawing/2014/main" id="{E79C6D67-2AE7-E2D7-61C9-DBAC92D69C4B}"/>
                </a:ext>
              </a:extLst>
            </p:cNvPr>
            <p:cNvGrpSpPr/>
            <p:nvPr/>
          </p:nvGrpSpPr>
          <p:grpSpPr>
            <a:xfrm>
              <a:off x="6008748" y="5754167"/>
              <a:ext cx="478650" cy="476767"/>
              <a:chOff x="4557733" y="2434359"/>
              <a:chExt cx="512624" cy="510606"/>
            </a:xfrm>
            <a:grpFill/>
          </p:grpSpPr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1739B341-DC27-54F7-2BF2-7BC5374EBA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7733" y="2434359"/>
                <a:ext cx="512624" cy="510606"/>
              </a:xfrm>
              <a:custGeom>
                <a:avLst/>
                <a:gdLst>
                  <a:gd name="T0" fmla="*/ 86 w 172"/>
                  <a:gd name="T1" fmla="*/ 21 h 172"/>
                  <a:gd name="T2" fmla="*/ 151 w 172"/>
                  <a:gd name="T3" fmla="*/ 86 h 172"/>
                  <a:gd name="T4" fmla="*/ 86 w 172"/>
                  <a:gd name="T5" fmla="*/ 151 h 172"/>
                  <a:gd name="T6" fmla="*/ 21 w 172"/>
                  <a:gd name="T7" fmla="*/ 86 h 172"/>
                  <a:gd name="T8" fmla="*/ 86 w 172"/>
                  <a:gd name="T9" fmla="*/ 21 h 172"/>
                  <a:gd name="T10" fmla="*/ 86 w 172"/>
                  <a:gd name="T11" fmla="*/ 0 h 172"/>
                  <a:gd name="T12" fmla="*/ 0 w 172"/>
                  <a:gd name="T13" fmla="*/ 86 h 172"/>
                  <a:gd name="T14" fmla="*/ 86 w 172"/>
                  <a:gd name="T15" fmla="*/ 172 h 172"/>
                  <a:gd name="T16" fmla="*/ 172 w 172"/>
                  <a:gd name="T17" fmla="*/ 86 h 172"/>
                  <a:gd name="T18" fmla="*/ 86 w 172"/>
                  <a:gd name="T19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2" h="172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600238B-A1B8-99EE-59F9-FFC8E9863C8C}"/>
                  </a:ext>
                </a:extLst>
              </p:cNvPr>
              <p:cNvSpPr/>
              <p:nvPr/>
            </p:nvSpPr>
            <p:spPr bwMode="auto">
              <a:xfrm>
                <a:off x="4781753" y="2529215"/>
                <a:ext cx="129165" cy="254294"/>
              </a:xfrm>
              <a:custGeom>
                <a:avLst/>
                <a:gdLst>
                  <a:gd name="T0" fmla="*/ 33 w 44"/>
                  <a:gd name="T1" fmla="*/ 86 h 86"/>
                  <a:gd name="T2" fmla="*/ 25 w 44"/>
                  <a:gd name="T3" fmla="*/ 83 h 86"/>
                  <a:gd name="T4" fmla="*/ 3 w 44"/>
                  <a:gd name="T5" fmla="*/ 62 h 86"/>
                  <a:gd name="T6" fmla="*/ 0 w 44"/>
                  <a:gd name="T7" fmla="*/ 54 h 86"/>
                  <a:gd name="T8" fmla="*/ 0 w 44"/>
                  <a:gd name="T9" fmla="*/ 54 h 86"/>
                  <a:gd name="T10" fmla="*/ 0 w 44"/>
                  <a:gd name="T11" fmla="*/ 54 h 86"/>
                  <a:gd name="T12" fmla="*/ 0 w 44"/>
                  <a:gd name="T13" fmla="*/ 11 h 86"/>
                  <a:gd name="T14" fmla="*/ 11 w 44"/>
                  <a:gd name="T15" fmla="*/ 0 h 86"/>
                  <a:gd name="T16" fmla="*/ 22 w 44"/>
                  <a:gd name="T17" fmla="*/ 11 h 86"/>
                  <a:gd name="T18" fmla="*/ 22 w 44"/>
                  <a:gd name="T19" fmla="*/ 50 h 86"/>
                  <a:gd name="T20" fmla="*/ 40 w 44"/>
                  <a:gd name="T21" fmla="*/ 68 h 86"/>
                  <a:gd name="T22" fmla="*/ 40 w 44"/>
                  <a:gd name="T23" fmla="*/ 83 h 86"/>
                  <a:gd name="T24" fmla="*/ 33 w 44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6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grpSp>
          <p:nvGrpSpPr>
            <p:cNvPr id="13" name="组合 22">
              <a:extLst>
                <a:ext uri="{FF2B5EF4-FFF2-40B4-BE49-F238E27FC236}">
                  <a16:creationId xmlns:a16="http://schemas.microsoft.com/office/drawing/2014/main" id="{F1AC517B-2A92-F634-AE6B-40D2E45D6627}"/>
                </a:ext>
              </a:extLst>
            </p:cNvPr>
            <p:cNvGrpSpPr/>
            <p:nvPr/>
          </p:nvGrpSpPr>
          <p:grpSpPr>
            <a:xfrm>
              <a:off x="5930321" y="1546570"/>
              <a:ext cx="438279" cy="421487"/>
              <a:chOff x="6159731" y="1864447"/>
              <a:chExt cx="469385" cy="451400"/>
            </a:xfrm>
            <a:grpFill/>
          </p:grpSpPr>
          <p:sp>
            <p:nvSpPr>
              <p:cNvPr id="26" name="Oval 131">
                <a:extLst>
                  <a:ext uri="{FF2B5EF4-FFF2-40B4-BE49-F238E27FC236}">
                    <a16:creationId xmlns:a16="http://schemas.microsoft.com/office/drawing/2014/main" id="{386BDA33-A898-C5AC-D24C-ACA1D2762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8812" y="1864447"/>
                <a:ext cx="211223" cy="2139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8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7" name="Freeform 134">
                <a:extLst>
                  <a:ext uri="{FF2B5EF4-FFF2-40B4-BE49-F238E27FC236}">
                    <a16:creationId xmlns:a16="http://schemas.microsoft.com/office/drawing/2014/main" id="{C4A33A6C-9FEE-578C-0068-2997AFB8BCE9}"/>
                  </a:ext>
                </a:extLst>
              </p:cNvPr>
              <p:cNvSpPr/>
              <p:nvPr/>
            </p:nvSpPr>
            <p:spPr bwMode="auto">
              <a:xfrm>
                <a:off x="6159731" y="2111736"/>
                <a:ext cx="469385" cy="204111"/>
              </a:xfrm>
              <a:custGeom>
                <a:avLst/>
                <a:gdLst>
                  <a:gd name="T0" fmla="*/ 35 w 200"/>
                  <a:gd name="T1" fmla="*/ 87 h 87"/>
                  <a:gd name="T2" fmla="*/ 35 w 200"/>
                  <a:gd name="T3" fmla="*/ 72 h 87"/>
                  <a:gd name="T4" fmla="*/ 46 w 200"/>
                  <a:gd name="T5" fmla="*/ 72 h 87"/>
                  <a:gd name="T6" fmla="*/ 46 w 200"/>
                  <a:gd name="T7" fmla="*/ 87 h 87"/>
                  <a:gd name="T8" fmla="*/ 155 w 200"/>
                  <a:gd name="T9" fmla="*/ 87 h 87"/>
                  <a:gd name="T10" fmla="*/ 155 w 200"/>
                  <a:gd name="T11" fmla="*/ 72 h 87"/>
                  <a:gd name="T12" fmla="*/ 166 w 200"/>
                  <a:gd name="T13" fmla="*/ 72 h 87"/>
                  <a:gd name="T14" fmla="*/ 166 w 200"/>
                  <a:gd name="T15" fmla="*/ 87 h 87"/>
                  <a:gd name="T16" fmla="*/ 199 w 200"/>
                  <a:gd name="T17" fmla="*/ 87 h 87"/>
                  <a:gd name="T18" fmla="*/ 200 w 200"/>
                  <a:gd name="T19" fmla="*/ 43 h 87"/>
                  <a:gd name="T20" fmla="*/ 156 w 200"/>
                  <a:gd name="T21" fmla="*/ 0 h 87"/>
                  <a:gd name="T22" fmla="*/ 156 w 200"/>
                  <a:gd name="T23" fmla="*/ 0 h 87"/>
                  <a:gd name="T24" fmla="*/ 156 w 200"/>
                  <a:gd name="T25" fmla="*/ 0 h 87"/>
                  <a:gd name="T26" fmla="*/ 140 w 200"/>
                  <a:gd name="T27" fmla="*/ 0 h 87"/>
                  <a:gd name="T28" fmla="*/ 100 w 200"/>
                  <a:gd name="T29" fmla="*/ 80 h 87"/>
                  <a:gd name="T30" fmla="*/ 60 w 200"/>
                  <a:gd name="T31" fmla="*/ 0 h 87"/>
                  <a:gd name="T32" fmla="*/ 45 w 200"/>
                  <a:gd name="T33" fmla="*/ 0 h 87"/>
                  <a:gd name="T34" fmla="*/ 45 w 200"/>
                  <a:gd name="T35" fmla="*/ 0 h 87"/>
                  <a:gd name="T36" fmla="*/ 44 w 200"/>
                  <a:gd name="T37" fmla="*/ 0 h 87"/>
                  <a:gd name="T38" fmla="*/ 1 w 200"/>
                  <a:gd name="T39" fmla="*/ 43 h 87"/>
                  <a:gd name="T40" fmla="*/ 0 w 200"/>
                  <a:gd name="T41" fmla="*/ 87 h 87"/>
                  <a:gd name="T42" fmla="*/ 35 w 200"/>
                  <a:gd name="T4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00" h="87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8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grpSp>
          <p:nvGrpSpPr>
            <p:cNvPr id="14" name="组合 23">
              <a:extLst>
                <a:ext uri="{FF2B5EF4-FFF2-40B4-BE49-F238E27FC236}">
                  <a16:creationId xmlns:a16="http://schemas.microsoft.com/office/drawing/2014/main" id="{463A7D7B-D30E-49FB-8049-DB6E4502724A}"/>
                </a:ext>
              </a:extLst>
            </p:cNvPr>
            <p:cNvGrpSpPr/>
            <p:nvPr/>
          </p:nvGrpSpPr>
          <p:grpSpPr>
            <a:xfrm>
              <a:off x="4034399" y="3712281"/>
              <a:ext cx="396186" cy="343361"/>
              <a:chOff x="7090992" y="4839631"/>
              <a:chExt cx="424306" cy="367732"/>
            </a:xfrm>
            <a:grpFill/>
          </p:grpSpPr>
          <p:sp>
            <p:nvSpPr>
              <p:cNvPr id="22" name="Freeform 19">
                <a:extLst>
                  <a:ext uri="{FF2B5EF4-FFF2-40B4-BE49-F238E27FC236}">
                    <a16:creationId xmlns:a16="http://schemas.microsoft.com/office/drawing/2014/main" id="{8942009F-8FB8-A5E5-56C0-B96B63983403}"/>
                  </a:ext>
                </a:extLst>
              </p:cNvPr>
              <p:cNvSpPr/>
              <p:nvPr/>
            </p:nvSpPr>
            <p:spPr bwMode="auto">
              <a:xfrm>
                <a:off x="7156995" y="4994536"/>
                <a:ext cx="86882" cy="152885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95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3" name="Freeform 20">
                <a:extLst>
                  <a:ext uri="{FF2B5EF4-FFF2-40B4-BE49-F238E27FC236}">
                    <a16:creationId xmlns:a16="http://schemas.microsoft.com/office/drawing/2014/main" id="{DB4891E0-66E5-528E-3750-8AD5B96C3822}"/>
                  </a:ext>
                </a:extLst>
              </p:cNvPr>
              <p:cNvSpPr/>
              <p:nvPr/>
            </p:nvSpPr>
            <p:spPr bwMode="auto">
              <a:xfrm>
                <a:off x="7282266" y="4937962"/>
                <a:ext cx="86882" cy="209459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4" name="Freeform 21">
                <a:extLst>
                  <a:ext uri="{FF2B5EF4-FFF2-40B4-BE49-F238E27FC236}">
                    <a16:creationId xmlns:a16="http://schemas.microsoft.com/office/drawing/2014/main" id="{C5516054-CE57-6314-D58D-33431EAC9E24}"/>
                  </a:ext>
                </a:extLst>
              </p:cNvPr>
              <p:cNvSpPr/>
              <p:nvPr/>
            </p:nvSpPr>
            <p:spPr bwMode="auto">
              <a:xfrm>
                <a:off x="7408885" y="4891491"/>
                <a:ext cx="86882" cy="255931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59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5" name="Freeform 22">
                <a:extLst>
                  <a:ext uri="{FF2B5EF4-FFF2-40B4-BE49-F238E27FC236}">
                    <a16:creationId xmlns:a16="http://schemas.microsoft.com/office/drawing/2014/main" id="{F63E8F4B-CB88-CD0F-2CF0-846BFE2F0CB9}"/>
                  </a:ext>
                </a:extLst>
              </p:cNvPr>
              <p:cNvSpPr/>
              <p:nvPr/>
            </p:nvSpPr>
            <p:spPr bwMode="auto">
              <a:xfrm>
                <a:off x="7090992" y="4839631"/>
                <a:ext cx="424306" cy="367732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4" h="228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grpSp>
          <p:nvGrpSpPr>
            <p:cNvPr id="15" name="组合 24">
              <a:extLst>
                <a:ext uri="{FF2B5EF4-FFF2-40B4-BE49-F238E27FC236}">
                  <a16:creationId xmlns:a16="http://schemas.microsoft.com/office/drawing/2014/main" id="{9FCF1FD9-C82C-20F4-C8A3-815E5A8A19E5}"/>
                </a:ext>
              </a:extLst>
            </p:cNvPr>
            <p:cNvGrpSpPr/>
            <p:nvPr/>
          </p:nvGrpSpPr>
          <p:grpSpPr>
            <a:xfrm>
              <a:off x="8189322" y="3651952"/>
              <a:ext cx="364689" cy="360929"/>
              <a:chOff x="4270293" y="4090633"/>
              <a:chExt cx="390570" cy="386543"/>
            </a:xfrm>
            <a:grpFill/>
          </p:grpSpPr>
          <p:sp>
            <p:nvSpPr>
              <p:cNvPr id="20" name="Freeform 136">
                <a:extLst>
                  <a:ext uri="{FF2B5EF4-FFF2-40B4-BE49-F238E27FC236}">
                    <a16:creationId xmlns:a16="http://schemas.microsoft.com/office/drawing/2014/main" id="{950E9F75-57DE-78EB-C1EC-8362BCA30E5B}"/>
                  </a:ext>
                </a:extLst>
              </p:cNvPr>
              <p:cNvSpPr/>
              <p:nvPr/>
            </p:nvSpPr>
            <p:spPr bwMode="auto">
              <a:xfrm>
                <a:off x="4270293" y="4307258"/>
                <a:ext cx="390570" cy="169918"/>
              </a:xfrm>
              <a:custGeom>
                <a:avLst/>
                <a:gdLst>
                  <a:gd name="T0" fmla="*/ 103 w 205"/>
                  <a:gd name="T1" fmla="*/ 19 h 89"/>
                  <a:gd name="T2" fmla="*/ 47 w 205"/>
                  <a:gd name="T3" fmla="*/ 0 h 89"/>
                  <a:gd name="T4" fmla="*/ 0 w 205"/>
                  <a:gd name="T5" fmla="*/ 0 h 89"/>
                  <a:gd name="T6" fmla="*/ 0 w 205"/>
                  <a:gd name="T7" fmla="*/ 67 h 89"/>
                  <a:gd name="T8" fmla="*/ 22 w 205"/>
                  <a:gd name="T9" fmla="*/ 89 h 89"/>
                  <a:gd name="T10" fmla="*/ 183 w 205"/>
                  <a:gd name="T11" fmla="*/ 89 h 89"/>
                  <a:gd name="T12" fmla="*/ 205 w 205"/>
                  <a:gd name="T13" fmla="*/ 67 h 89"/>
                  <a:gd name="T14" fmla="*/ 205 w 205"/>
                  <a:gd name="T15" fmla="*/ 0 h 89"/>
                  <a:gd name="T16" fmla="*/ 158 w 205"/>
                  <a:gd name="T17" fmla="*/ 0 h 89"/>
                  <a:gd name="T18" fmla="*/ 103 w 205"/>
                  <a:gd name="T19" fmla="*/ 1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5" h="89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1" name="Freeform 137">
                <a:extLst>
                  <a:ext uri="{FF2B5EF4-FFF2-40B4-BE49-F238E27FC236}">
                    <a16:creationId xmlns:a16="http://schemas.microsoft.com/office/drawing/2014/main" id="{388500D2-D25F-90E4-41EB-45AF025B59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70293" y="4090633"/>
                <a:ext cx="390570" cy="224678"/>
              </a:xfrm>
              <a:custGeom>
                <a:avLst/>
                <a:gdLst>
                  <a:gd name="T0" fmla="*/ 183 w 205"/>
                  <a:gd name="T1" fmla="*/ 42 h 118"/>
                  <a:gd name="T2" fmla="*/ 180 w 205"/>
                  <a:gd name="T3" fmla="*/ 42 h 118"/>
                  <a:gd name="T4" fmla="*/ 154 w 205"/>
                  <a:gd name="T5" fmla="*/ 42 h 118"/>
                  <a:gd name="T6" fmla="*/ 154 w 205"/>
                  <a:gd name="T7" fmla="*/ 22 h 118"/>
                  <a:gd name="T8" fmla="*/ 132 w 205"/>
                  <a:gd name="T9" fmla="*/ 0 h 118"/>
                  <a:gd name="T10" fmla="*/ 73 w 205"/>
                  <a:gd name="T11" fmla="*/ 0 h 118"/>
                  <a:gd name="T12" fmla="*/ 51 w 205"/>
                  <a:gd name="T13" fmla="*/ 22 h 118"/>
                  <a:gd name="T14" fmla="*/ 51 w 205"/>
                  <a:gd name="T15" fmla="*/ 42 h 118"/>
                  <a:gd name="T16" fmla="*/ 25 w 205"/>
                  <a:gd name="T17" fmla="*/ 42 h 118"/>
                  <a:gd name="T18" fmla="*/ 22 w 205"/>
                  <a:gd name="T19" fmla="*/ 42 h 118"/>
                  <a:gd name="T20" fmla="*/ 0 w 205"/>
                  <a:gd name="T21" fmla="*/ 64 h 118"/>
                  <a:gd name="T22" fmla="*/ 0 w 205"/>
                  <a:gd name="T23" fmla="*/ 101 h 118"/>
                  <a:gd name="T24" fmla="*/ 54 w 205"/>
                  <a:gd name="T25" fmla="*/ 101 h 118"/>
                  <a:gd name="T26" fmla="*/ 103 w 205"/>
                  <a:gd name="T27" fmla="*/ 118 h 118"/>
                  <a:gd name="T28" fmla="*/ 151 w 205"/>
                  <a:gd name="T29" fmla="*/ 101 h 118"/>
                  <a:gd name="T30" fmla="*/ 205 w 205"/>
                  <a:gd name="T31" fmla="*/ 101 h 118"/>
                  <a:gd name="T32" fmla="*/ 205 w 205"/>
                  <a:gd name="T33" fmla="*/ 64 h 118"/>
                  <a:gd name="T34" fmla="*/ 183 w 205"/>
                  <a:gd name="T35" fmla="*/ 42 h 118"/>
                  <a:gd name="T36" fmla="*/ 67 w 205"/>
                  <a:gd name="T37" fmla="*/ 26 h 118"/>
                  <a:gd name="T38" fmla="*/ 67 w 205"/>
                  <a:gd name="T39" fmla="*/ 22 h 118"/>
                  <a:gd name="T40" fmla="*/ 73 w 205"/>
                  <a:gd name="T41" fmla="*/ 17 h 118"/>
                  <a:gd name="T42" fmla="*/ 132 w 205"/>
                  <a:gd name="T43" fmla="*/ 17 h 118"/>
                  <a:gd name="T44" fmla="*/ 138 w 205"/>
                  <a:gd name="T45" fmla="*/ 22 h 118"/>
                  <a:gd name="T46" fmla="*/ 138 w 205"/>
                  <a:gd name="T47" fmla="*/ 26 h 118"/>
                  <a:gd name="T48" fmla="*/ 138 w 205"/>
                  <a:gd name="T49" fmla="*/ 42 h 118"/>
                  <a:gd name="T50" fmla="*/ 67 w 205"/>
                  <a:gd name="T51" fmla="*/ 42 h 118"/>
                  <a:gd name="T52" fmla="*/ 67 w 205"/>
                  <a:gd name="T53" fmla="*/ 26 h 118"/>
                  <a:gd name="T54" fmla="*/ 101 w 205"/>
                  <a:gd name="T55" fmla="*/ 101 h 118"/>
                  <a:gd name="T56" fmla="*/ 85 w 205"/>
                  <a:gd name="T57" fmla="*/ 86 h 118"/>
                  <a:gd name="T58" fmla="*/ 101 w 205"/>
                  <a:gd name="T59" fmla="*/ 70 h 118"/>
                  <a:gd name="T60" fmla="*/ 117 w 205"/>
                  <a:gd name="T61" fmla="*/ 86 h 118"/>
                  <a:gd name="T62" fmla="*/ 101 w 205"/>
                  <a:gd name="T63" fmla="*/ 10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05" h="118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prstClr val="black"/>
                  </a:solidFill>
                  <a:latin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sp>
          <p:nvSpPr>
            <p:cNvPr id="16" name="矩形 25">
              <a:extLst>
                <a:ext uri="{FF2B5EF4-FFF2-40B4-BE49-F238E27FC236}">
                  <a16:creationId xmlns:a16="http://schemas.microsoft.com/office/drawing/2014/main" id="{8DF69182-BACA-FBF7-55E6-DD74B741116F}"/>
                </a:ext>
              </a:extLst>
            </p:cNvPr>
            <p:cNvSpPr/>
            <p:nvPr/>
          </p:nvSpPr>
          <p:spPr>
            <a:xfrm>
              <a:off x="5204058" y="2867849"/>
              <a:ext cx="744492" cy="754177"/>
            </a:xfrm>
            <a:prstGeom prst="rect">
              <a:avLst/>
            </a:prstGeom>
            <a:grpFill/>
          </p:spPr>
          <p:txBody>
            <a:bodyPr wrap="square">
              <a:normAutofit/>
            </a:bodyPr>
            <a:lstStyle/>
            <a:p>
              <a:pPr algn="ctr"/>
              <a:r>
                <a:rPr lang="vi-VN" altLang="vi-VN" sz="3200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01</a:t>
              </a:r>
              <a:endParaRPr lang="zh-CN" altLang="en-US" sz="3200" dirty="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  <p:sp>
          <p:nvSpPr>
            <p:cNvPr id="17" name="矩形 26">
              <a:extLst>
                <a:ext uri="{FF2B5EF4-FFF2-40B4-BE49-F238E27FC236}">
                  <a16:creationId xmlns:a16="http://schemas.microsoft.com/office/drawing/2014/main" id="{D6C0B7F1-2A95-3584-8484-47968BCBE779}"/>
                </a:ext>
              </a:extLst>
            </p:cNvPr>
            <p:cNvSpPr/>
            <p:nvPr/>
          </p:nvSpPr>
          <p:spPr>
            <a:xfrm>
              <a:off x="6436986" y="2877142"/>
              <a:ext cx="1039393" cy="754177"/>
            </a:xfrm>
            <a:prstGeom prst="rect">
              <a:avLst/>
            </a:prstGeom>
            <a:grpFill/>
          </p:spPr>
          <p:txBody>
            <a:bodyPr wrap="square">
              <a:normAutofit/>
            </a:bodyPr>
            <a:lstStyle/>
            <a:p>
              <a:pPr algn="ctr"/>
              <a:r>
                <a:rPr lang="vi-VN" altLang="vi-VN" sz="3200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02</a:t>
              </a:r>
              <a:endParaRPr lang="zh-CN" altLang="en-US" sz="3200" dirty="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  <p:sp>
          <p:nvSpPr>
            <p:cNvPr id="18" name="矩形 27">
              <a:extLst>
                <a:ext uri="{FF2B5EF4-FFF2-40B4-BE49-F238E27FC236}">
                  <a16:creationId xmlns:a16="http://schemas.microsoft.com/office/drawing/2014/main" id="{0D242A32-2F1E-442D-C0CF-1FFDF1C35625}"/>
                </a:ext>
              </a:extLst>
            </p:cNvPr>
            <p:cNvSpPr/>
            <p:nvPr/>
          </p:nvSpPr>
          <p:spPr>
            <a:xfrm>
              <a:off x="6382619" y="4203625"/>
              <a:ext cx="1039393" cy="754177"/>
            </a:xfrm>
            <a:prstGeom prst="rect">
              <a:avLst/>
            </a:prstGeom>
            <a:grpFill/>
          </p:spPr>
          <p:txBody>
            <a:bodyPr wrap="square">
              <a:normAutofit/>
            </a:bodyPr>
            <a:lstStyle/>
            <a:p>
              <a:pPr algn="ctr"/>
              <a:r>
                <a:rPr lang="vi-VN" altLang="vi-VN" sz="32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03</a:t>
              </a:r>
              <a:endParaRPr lang="zh-CN" altLang="en-US" sz="320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  <p:sp>
          <p:nvSpPr>
            <p:cNvPr id="19" name="矩形 28">
              <a:extLst>
                <a:ext uri="{FF2B5EF4-FFF2-40B4-BE49-F238E27FC236}">
                  <a16:creationId xmlns:a16="http://schemas.microsoft.com/office/drawing/2014/main" id="{4331D66C-126F-1690-D48A-0DECA78D2A61}"/>
                </a:ext>
              </a:extLst>
            </p:cNvPr>
            <p:cNvSpPr/>
            <p:nvPr/>
          </p:nvSpPr>
          <p:spPr>
            <a:xfrm>
              <a:off x="5037068" y="4149436"/>
              <a:ext cx="1039393" cy="754177"/>
            </a:xfrm>
            <a:prstGeom prst="rect">
              <a:avLst/>
            </a:prstGeom>
            <a:grpFill/>
          </p:spPr>
          <p:txBody>
            <a:bodyPr wrap="square">
              <a:normAutofit/>
            </a:bodyPr>
            <a:lstStyle/>
            <a:p>
              <a:pPr algn="ctr"/>
              <a:r>
                <a:rPr lang="vi-VN" altLang="vi-VN" sz="32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04</a:t>
              </a:r>
              <a:endParaRPr lang="zh-CN" altLang="en-US" sz="3200">
                <a:latin typeface="Noto Sans" panose="020B0502040504020204" pitchFamily="34" charset="0"/>
                <a:ea typeface="微软雅黑" panose="020B0503020204020204" pitchFamily="34" charset="-122"/>
                <a:cs typeface="Noto Sans" panose="020B0502040504020204" pitchFamily="34" charset="0"/>
              </a:endParaRPr>
            </a:p>
          </p:txBody>
        </p:sp>
      </p:grpSp>
      <p:sp>
        <p:nvSpPr>
          <p:cNvPr id="34" name="AutoShape 41">
            <a:extLst>
              <a:ext uri="{FF2B5EF4-FFF2-40B4-BE49-F238E27FC236}">
                <a16:creationId xmlns:a16="http://schemas.microsoft.com/office/drawing/2014/main" id="{E0EB627C-9292-5B44-CD5C-FB763B9BDDB2}"/>
              </a:ext>
            </a:extLst>
          </p:cNvPr>
          <p:cNvSpPr/>
          <p:nvPr/>
        </p:nvSpPr>
        <p:spPr bwMode="auto">
          <a:xfrm>
            <a:off x="5431793" y="3640561"/>
            <a:ext cx="380999" cy="38445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bg1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 eaLnBrk="1" hangingPunct="1">
              <a:lnSpc>
                <a:spcPct val="120000"/>
              </a:lnSpc>
              <a:defRPr/>
            </a:pPr>
            <a:endParaRPr lang="es-ES" sz="2110" noProof="1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AutoShape 41">
            <a:extLst>
              <a:ext uri="{FF2B5EF4-FFF2-40B4-BE49-F238E27FC236}">
                <a16:creationId xmlns:a16="http://schemas.microsoft.com/office/drawing/2014/main" id="{F59881C0-8686-6EF7-9A2F-D39A49A55488}"/>
              </a:ext>
            </a:extLst>
          </p:cNvPr>
          <p:cNvSpPr/>
          <p:nvPr/>
        </p:nvSpPr>
        <p:spPr bwMode="auto">
          <a:xfrm>
            <a:off x="12649201" y="3640562"/>
            <a:ext cx="380999" cy="38445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bg1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 eaLnBrk="1" hangingPunct="1">
              <a:lnSpc>
                <a:spcPct val="120000"/>
              </a:lnSpc>
              <a:defRPr/>
            </a:pPr>
            <a:endParaRPr lang="es-ES" sz="2110" noProof="1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AutoShape 41">
            <a:extLst>
              <a:ext uri="{FF2B5EF4-FFF2-40B4-BE49-F238E27FC236}">
                <a16:creationId xmlns:a16="http://schemas.microsoft.com/office/drawing/2014/main" id="{2AB1DB31-C697-5077-D334-F9A00CD1992F}"/>
              </a:ext>
            </a:extLst>
          </p:cNvPr>
          <p:cNvSpPr/>
          <p:nvPr/>
        </p:nvSpPr>
        <p:spPr bwMode="auto">
          <a:xfrm>
            <a:off x="12649200" y="5893589"/>
            <a:ext cx="380999" cy="38445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bg1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 eaLnBrk="1" hangingPunct="1">
              <a:lnSpc>
                <a:spcPct val="120000"/>
              </a:lnSpc>
              <a:defRPr/>
            </a:pPr>
            <a:endParaRPr lang="es-ES" sz="2110" noProof="1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AutoShape 41">
            <a:extLst>
              <a:ext uri="{FF2B5EF4-FFF2-40B4-BE49-F238E27FC236}">
                <a16:creationId xmlns:a16="http://schemas.microsoft.com/office/drawing/2014/main" id="{F6BE6625-DD5A-869D-15C8-44D97ED6DE78}"/>
              </a:ext>
            </a:extLst>
          </p:cNvPr>
          <p:cNvSpPr/>
          <p:nvPr/>
        </p:nvSpPr>
        <p:spPr bwMode="auto">
          <a:xfrm>
            <a:off x="5431793" y="5893589"/>
            <a:ext cx="380999" cy="384457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bg1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 eaLnBrk="1" hangingPunct="1">
              <a:lnSpc>
                <a:spcPct val="120000"/>
              </a:lnSpc>
              <a:defRPr/>
            </a:pPr>
            <a:endParaRPr lang="es-ES" sz="2110" noProof="1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2AEE5A90-9FC9-E9BD-7A80-2DF9001120EB}"/>
              </a:ext>
            </a:extLst>
          </p:cNvPr>
          <p:cNvSpPr txBox="1"/>
          <p:nvPr/>
        </p:nvSpPr>
        <p:spPr>
          <a:xfrm>
            <a:off x="1225560" y="3462200"/>
            <a:ext cx="3706433" cy="1573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Visual Studio Code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phát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triển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phía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back-end)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01F0E838-1F53-556C-6704-925601E4283B}"/>
              </a:ext>
            </a:extLst>
          </p:cNvPr>
          <p:cNvSpPr txBox="1"/>
          <p:nvPr/>
        </p:nvSpPr>
        <p:spPr>
          <a:xfrm>
            <a:off x="13230445" y="3367428"/>
            <a:ext cx="3609755" cy="2119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Visual Studio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phát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triển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phía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back-end)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4FAD64D7-64A0-1017-2CCC-56FD3D138662}"/>
              </a:ext>
            </a:extLst>
          </p:cNvPr>
          <p:cNvSpPr txBox="1"/>
          <p:nvPr/>
        </p:nvSpPr>
        <p:spPr>
          <a:xfrm>
            <a:off x="1386238" y="6209502"/>
            <a:ext cx="3047754" cy="1580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Postman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kiểm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thử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API)</a:t>
            </a: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92BF89C6-7509-E952-9936-F43633C02197}"/>
              </a:ext>
            </a:extLst>
          </p:cNvPr>
          <p:cNvSpPr txBox="1"/>
          <p:nvPr/>
        </p:nvSpPr>
        <p:spPr>
          <a:xfrm>
            <a:off x="13411200" y="6388735"/>
            <a:ext cx="3886200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DBeaver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(Công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cụ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phát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triển</a:t>
            </a:r>
            <a:r>
              <a:rPr lang="en-US" sz="3000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database</a:t>
            </a:r>
          </a:p>
        </p:txBody>
      </p:sp>
    </p:spTree>
    <p:extLst>
      <p:ext uri="{BB962C8B-B14F-4D97-AF65-F5344CB8AC3E}">
        <p14:creationId xmlns:p14="http://schemas.microsoft.com/office/powerpoint/2010/main" val="164667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55028" y="4375676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08142" y="5296576"/>
            <a:ext cx="10535909" cy="11105043"/>
          </a:xfrm>
          <a:custGeom>
            <a:avLst/>
            <a:gdLst/>
            <a:ahLst/>
            <a:cxnLst/>
            <a:rect l="l" t="t" r="r" b="b"/>
            <a:pathLst>
              <a:path w="10535909" h="11105043">
                <a:moveTo>
                  <a:pt x="0" y="0"/>
                </a:moveTo>
                <a:lnTo>
                  <a:pt x="10535909" y="0"/>
                </a:lnTo>
                <a:lnTo>
                  <a:pt x="10535909" y="11105042"/>
                </a:lnTo>
                <a:lnTo>
                  <a:pt x="0" y="11105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303164">
            <a:off x="-843112" y="4566854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40934" y="2539936"/>
            <a:ext cx="13406133" cy="2142752"/>
            <a:chOff x="0" y="0"/>
            <a:chExt cx="17874844" cy="2857002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7874844" cy="1962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19"/>
                </a:lnSpc>
              </a:pPr>
              <a:r>
                <a:rPr lang="en-US" sz="9599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Linux Biolinum"/>
                </a:rPr>
                <a:t>CHƯƠNG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25727"/>
              <a:ext cx="17874844" cy="731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3499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Phân tích thiết kế hệ thống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5800" y="776390"/>
            <a:ext cx="9865746" cy="2319681"/>
            <a:chOff x="0" y="-28575"/>
            <a:chExt cx="13154328" cy="3092907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3154328" cy="485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7"/>
                </a:lnSpc>
              </a:pPr>
              <a:r>
                <a:rPr lang="en-US" sz="2275" b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Giới thiệu về cửa hàng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65980"/>
              <a:ext cx="10766728" cy="20983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THAISTORE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hệ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thống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phân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phối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điện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thoại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chính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hãng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tại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Việt Nam,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chuyên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cung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cấp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thương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hiệu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điện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thoại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nổi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tiếng</a:t>
              </a:r>
              <a:endParaRPr lang="en-US" sz="24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endParaRPr>
            </a:p>
            <a:p>
              <a:pPr algn="l">
                <a:lnSpc>
                  <a:spcPts val="3120"/>
                </a:lnSpc>
              </a:pPr>
              <a:endParaRPr lang="en-US" sz="24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05800" y="3450667"/>
            <a:ext cx="9865746" cy="2585948"/>
            <a:chOff x="0" y="-19050"/>
            <a:chExt cx="13154328" cy="3447932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3154328" cy="581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Các yêu cầu chức năng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00469"/>
              <a:ext cx="11274729" cy="26284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120"/>
                </a:lnSpc>
              </a:pP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Cửa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hàng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cho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phép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admin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nhân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viên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quản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lý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danh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mục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sản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phẩm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thương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hiệu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xuất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xứ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kho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hàng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đơn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hàng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nhân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viên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nhập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xuất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khẩu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danh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mục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.</a:t>
              </a:r>
            </a:p>
            <a:p>
              <a:pPr algn="just">
                <a:lnSpc>
                  <a:spcPts val="312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Cho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phép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người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dùng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xem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tìm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kiếm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đặt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hàng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và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mua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hàng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với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các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mã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giảm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giá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ưu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đãi</a:t>
              </a:r>
              <a:endParaRPr lang="en-US" sz="24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05801" y="7052853"/>
            <a:ext cx="8456046" cy="3423681"/>
            <a:chOff x="0" y="-19050"/>
            <a:chExt cx="13450140" cy="456490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13450140" cy="581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 Bold"/>
                </a:rPr>
                <a:t>Các yêu cầu phi chức năng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57328"/>
              <a:ext cx="13450140" cy="3688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20"/>
                </a:lnSpc>
              </a:pP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Bộ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xử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lý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32bit (x86)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hoặc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64bit (x64)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có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tốc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độ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xử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lý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từ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2.0 GHz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trở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lên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. RAM 2GB (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tối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thiểu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).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Đĩa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cứng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có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dung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lượng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trống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từ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100GB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trở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lên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. Các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máy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tính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được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kết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nối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với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nhau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qua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mạng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LAN.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Hệ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điều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hành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Windows 7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trở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lên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Hệ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quản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trị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cơ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sở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dữ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liệu</a:t>
              </a:r>
              <a:r>
                <a:rPr lang="en-US" sz="2400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Fahkwang"/>
                </a:rPr>
                <a:t> SQL Server 2014.</a:t>
              </a:r>
            </a:p>
            <a:p>
              <a:pPr algn="l">
                <a:lnSpc>
                  <a:spcPts val="3120"/>
                </a:lnSpc>
              </a:pPr>
              <a:endParaRPr lang="en-US" sz="24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endParaRPr>
            </a:p>
            <a:p>
              <a:pPr algn="l">
                <a:lnSpc>
                  <a:spcPts val="3120"/>
                </a:lnSpc>
              </a:pPr>
              <a:endParaRPr lang="en-US" sz="2400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Fahkwang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33450" y="1019175"/>
            <a:ext cx="4024859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Linux Biolinum"/>
              </a:rPr>
              <a:t>KHẢO SÁT HỆ THỐNG</a:t>
            </a:r>
          </a:p>
        </p:txBody>
      </p:sp>
      <p:sp>
        <p:nvSpPr>
          <p:cNvPr id="13" name="AutoShape 13"/>
          <p:cNvSpPr/>
          <p:nvPr/>
        </p:nvSpPr>
        <p:spPr>
          <a:xfrm flipH="1">
            <a:off x="8342810" y="2912914"/>
            <a:ext cx="8419036" cy="34312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DAC33808-A337-B0F3-618C-03562F6FBD47}"/>
              </a:ext>
            </a:extLst>
          </p:cNvPr>
          <p:cNvSpPr/>
          <p:nvPr/>
        </p:nvSpPr>
        <p:spPr>
          <a:xfrm flipH="1" flipV="1">
            <a:off x="8305801" y="6500266"/>
            <a:ext cx="8456045" cy="14834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89E09C-4ACC-382C-FCD5-9F422B362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3696278"/>
            <a:ext cx="5675906" cy="41150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Freeform 5">
            <a:extLst>
              <a:ext uri="{FF2B5EF4-FFF2-40B4-BE49-F238E27FC236}">
                <a16:creationId xmlns:a16="http://schemas.microsoft.com/office/drawing/2014/main" id="{F091A227-CC40-8840-8B9F-8488C29DBA88}"/>
              </a:ext>
            </a:extLst>
          </p:cNvPr>
          <p:cNvSpPr>
            <a:spLocks noEditPoints="1"/>
          </p:cNvSpPr>
          <p:nvPr/>
        </p:nvSpPr>
        <p:spPr bwMode="auto">
          <a:xfrm>
            <a:off x="7546417" y="776390"/>
            <a:ext cx="454583" cy="435927"/>
          </a:xfrm>
          <a:custGeom>
            <a:avLst/>
            <a:gdLst>
              <a:gd name="T0" fmla="*/ 715 w 772"/>
              <a:gd name="T1" fmla="*/ 270 h 788"/>
              <a:gd name="T2" fmla="*/ 706 w 772"/>
              <a:gd name="T3" fmla="*/ 245 h 788"/>
              <a:gd name="T4" fmla="*/ 529 w 772"/>
              <a:gd name="T5" fmla="*/ 71 h 788"/>
              <a:gd name="T6" fmla="*/ 505 w 772"/>
              <a:gd name="T7" fmla="*/ 60 h 788"/>
              <a:gd name="T8" fmla="*/ 260 w 772"/>
              <a:gd name="T9" fmla="*/ 60 h 788"/>
              <a:gd name="T10" fmla="*/ 233 w 772"/>
              <a:gd name="T11" fmla="*/ 71 h 788"/>
              <a:gd name="T12" fmla="*/ 59 w 772"/>
              <a:gd name="T13" fmla="*/ 246 h 788"/>
              <a:gd name="T14" fmla="*/ 48 w 772"/>
              <a:gd name="T15" fmla="*/ 272 h 788"/>
              <a:gd name="T16" fmla="*/ 0 w 772"/>
              <a:gd name="T17" fmla="*/ 399 h 788"/>
              <a:gd name="T18" fmla="*/ 6 w 772"/>
              <a:gd name="T19" fmla="*/ 434 h 788"/>
              <a:gd name="T20" fmla="*/ 51 w 772"/>
              <a:gd name="T21" fmla="*/ 520 h 788"/>
              <a:gd name="T22" fmla="*/ 59 w 772"/>
              <a:gd name="T23" fmla="*/ 540 h 788"/>
              <a:gd name="T24" fmla="*/ 234 w 772"/>
              <a:gd name="T25" fmla="*/ 717 h 788"/>
              <a:gd name="T26" fmla="*/ 259 w 772"/>
              <a:gd name="T27" fmla="*/ 728 h 788"/>
              <a:gd name="T28" fmla="*/ 506 w 772"/>
              <a:gd name="T29" fmla="*/ 728 h 788"/>
              <a:gd name="T30" fmla="*/ 528 w 772"/>
              <a:gd name="T31" fmla="*/ 718 h 788"/>
              <a:gd name="T32" fmla="*/ 706 w 772"/>
              <a:gd name="T33" fmla="*/ 542 h 788"/>
              <a:gd name="T34" fmla="*/ 716 w 772"/>
              <a:gd name="T35" fmla="*/ 517 h 788"/>
              <a:gd name="T36" fmla="*/ 750 w 772"/>
              <a:gd name="T37" fmla="*/ 463 h 788"/>
              <a:gd name="T38" fmla="*/ 715 w 772"/>
              <a:gd name="T39" fmla="*/ 270 h 788"/>
              <a:gd name="T40" fmla="*/ 541 w 772"/>
              <a:gd name="T41" fmla="*/ 474 h 788"/>
              <a:gd name="T42" fmla="*/ 455 w 772"/>
              <a:gd name="T43" fmla="*/ 556 h 788"/>
              <a:gd name="T44" fmla="*/ 401 w 772"/>
              <a:gd name="T45" fmla="*/ 566 h 788"/>
              <a:gd name="T46" fmla="*/ 381 w 772"/>
              <a:gd name="T47" fmla="*/ 567 h 788"/>
              <a:gd name="T48" fmla="*/ 208 w 772"/>
              <a:gd name="T49" fmla="*/ 394 h 788"/>
              <a:gd name="T50" fmla="*/ 381 w 772"/>
              <a:gd name="T51" fmla="*/ 222 h 788"/>
              <a:gd name="T52" fmla="*/ 396 w 772"/>
              <a:gd name="T53" fmla="*/ 222 h 788"/>
              <a:gd name="T54" fmla="*/ 396 w 772"/>
              <a:gd name="T55" fmla="*/ 222 h 788"/>
              <a:gd name="T56" fmla="*/ 414 w 772"/>
              <a:gd name="T57" fmla="*/ 223 h 788"/>
              <a:gd name="T58" fmla="*/ 514 w 772"/>
              <a:gd name="T59" fmla="*/ 272 h 788"/>
              <a:gd name="T60" fmla="*/ 537 w 772"/>
              <a:gd name="T61" fmla="*/ 313 h 788"/>
              <a:gd name="T62" fmla="*/ 538 w 772"/>
              <a:gd name="T63" fmla="*/ 322 h 788"/>
              <a:gd name="T64" fmla="*/ 518 w 772"/>
              <a:gd name="T65" fmla="*/ 353 h 788"/>
              <a:gd name="T66" fmla="*/ 484 w 772"/>
              <a:gd name="T67" fmla="*/ 355 h 788"/>
              <a:gd name="T68" fmla="*/ 381 w 772"/>
              <a:gd name="T69" fmla="*/ 284 h 788"/>
              <a:gd name="T70" fmla="*/ 271 w 772"/>
              <a:gd name="T71" fmla="*/ 394 h 788"/>
              <a:gd name="T72" fmla="*/ 381 w 772"/>
              <a:gd name="T73" fmla="*/ 504 h 788"/>
              <a:gd name="T74" fmla="*/ 485 w 772"/>
              <a:gd name="T75" fmla="*/ 432 h 788"/>
              <a:gd name="T76" fmla="*/ 515 w 772"/>
              <a:gd name="T77" fmla="*/ 428 h 788"/>
              <a:gd name="T78" fmla="*/ 542 w 772"/>
              <a:gd name="T79" fmla="*/ 458 h 788"/>
              <a:gd name="T80" fmla="*/ 541 w 772"/>
              <a:gd name="T81" fmla="*/ 474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72" h="788">
                <a:moveTo>
                  <a:pt x="715" y="270"/>
                </a:moveTo>
                <a:cubicBezTo>
                  <a:pt x="710" y="264"/>
                  <a:pt x="707" y="254"/>
                  <a:pt x="706" y="245"/>
                </a:cubicBezTo>
                <a:cubicBezTo>
                  <a:pt x="692" y="146"/>
                  <a:pt x="628" y="83"/>
                  <a:pt x="529" y="71"/>
                </a:cubicBezTo>
                <a:cubicBezTo>
                  <a:pt x="521" y="70"/>
                  <a:pt x="511" y="65"/>
                  <a:pt x="505" y="60"/>
                </a:cubicBezTo>
                <a:cubicBezTo>
                  <a:pt x="429" y="0"/>
                  <a:pt x="335" y="0"/>
                  <a:pt x="260" y="60"/>
                </a:cubicBezTo>
                <a:cubicBezTo>
                  <a:pt x="253" y="66"/>
                  <a:pt x="243" y="70"/>
                  <a:pt x="233" y="71"/>
                </a:cubicBezTo>
                <a:cubicBezTo>
                  <a:pt x="136" y="84"/>
                  <a:pt x="72" y="148"/>
                  <a:pt x="59" y="246"/>
                </a:cubicBezTo>
                <a:cubicBezTo>
                  <a:pt x="58" y="255"/>
                  <a:pt x="54" y="265"/>
                  <a:pt x="48" y="272"/>
                </a:cubicBezTo>
                <a:cubicBezTo>
                  <a:pt x="21" y="309"/>
                  <a:pt x="2" y="348"/>
                  <a:pt x="0" y="399"/>
                </a:cubicBezTo>
                <a:cubicBezTo>
                  <a:pt x="2" y="408"/>
                  <a:pt x="1" y="422"/>
                  <a:pt x="6" y="434"/>
                </a:cubicBezTo>
                <a:cubicBezTo>
                  <a:pt x="20" y="463"/>
                  <a:pt x="36" y="491"/>
                  <a:pt x="51" y="520"/>
                </a:cubicBezTo>
                <a:cubicBezTo>
                  <a:pt x="55" y="526"/>
                  <a:pt x="58" y="533"/>
                  <a:pt x="59" y="540"/>
                </a:cubicBezTo>
                <a:cubicBezTo>
                  <a:pt x="72" y="641"/>
                  <a:pt x="134" y="704"/>
                  <a:pt x="234" y="717"/>
                </a:cubicBezTo>
                <a:cubicBezTo>
                  <a:pt x="243" y="718"/>
                  <a:pt x="252" y="722"/>
                  <a:pt x="259" y="728"/>
                </a:cubicBezTo>
                <a:cubicBezTo>
                  <a:pt x="336" y="788"/>
                  <a:pt x="429" y="788"/>
                  <a:pt x="506" y="728"/>
                </a:cubicBezTo>
                <a:cubicBezTo>
                  <a:pt x="512" y="723"/>
                  <a:pt x="520" y="719"/>
                  <a:pt x="528" y="718"/>
                </a:cubicBezTo>
                <a:cubicBezTo>
                  <a:pt x="627" y="706"/>
                  <a:pt x="693" y="641"/>
                  <a:pt x="706" y="542"/>
                </a:cubicBezTo>
                <a:cubicBezTo>
                  <a:pt x="707" y="533"/>
                  <a:pt x="712" y="525"/>
                  <a:pt x="716" y="517"/>
                </a:cubicBezTo>
                <a:cubicBezTo>
                  <a:pt x="727" y="499"/>
                  <a:pt x="743" y="483"/>
                  <a:pt x="750" y="463"/>
                </a:cubicBezTo>
                <a:cubicBezTo>
                  <a:pt x="772" y="394"/>
                  <a:pt x="763" y="328"/>
                  <a:pt x="715" y="270"/>
                </a:cubicBezTo>
                <a:close/>
                <a:moveTo>
                  <a:pt x="541" y="474"/>
                </a:moveTo>
                <a:cubicBezTo>
                  <a:pt x="529" y="518"/>
                  <a:pt x="496" y="542"/>
                  <a:pt x="455" y="556"/>
                </a:cubicBezTo>
                <a:cubicBezTo>
                  <a:pt x="437" y="562"/>
                  <a:pt x="419" y="565"/>
                  <a:pt x="401" y="566"/>
                </a:cubicBezTo>
                <a:cubicBezTo>
                  <a:pt x="395" y="567"/>
                  <a:pt x="388" y="567"/>
                  <a:pt x="381" y="567"/>
                </a:cubicBezTo>
                <a:cubicBezTo>
                  <a:pt x="286" y="567"/>
                  <a:pt x="208" y="490"/>
                  <a:pt x="208" y="394"/>
                </a:cubicBezTo>
                <a:cubicBezTo>
                  <a:pt x="208" y="299"/>
                  <a:pt x="286" y="222"/>
                  <a:pt x="381" y="222"/>
                </a:cubicBezTo>
                <a:cubicBezTo>
                  <a:pt x="386" y="222"/>
                  <a:pt x="391" y="222"/>
                  <a:pt x="396" y="222"/>
                </a:cubicBezTo>
                <a:cubicBezTo>
                  <a:pt x="396" y="222"/>
                  <a:pt x="396" y="222"/>
                  <a:pt x="396" y="222"/>
                </a:cubicBezTo>
                <a:cubicBezTo>
                  <a:pt x="402" y="222"/>
                  <a:pt x="408" y="223"/>
                  <a:pt x="414" y="223"/>
                </a:cubicBezTo>
                <a:cubicBezTo>
                  <a:pt x="453" y="228"/>
                  <a:pt x="488" y="242"/>
                  <a:pt x="514" y="272"/>
                </a:cubicBezTo>
                <a:cubicBezTo>
                  <a:pt x="524" y="284"/>
                  <a:pt x="532" y="299"/>
                  <a:pt x="537" y="313"/>
                </a:cubicBezTo>
                <a:cubicBezTo>
                  <a:pt x="538" y="317"/>
                  <a:pt x="538" y="320"/>
                  <a:pt x="538" y="322"/>
                </a:cubicBezTo>
                <a:cubicBezTo>
                  <a:pt x="539" y="336"/>
                  <a:pt x="531" y="346"/>
                  <a:pt x="518" y="353"/>
                </a:cubicBezTo>
                <a:cubicBezTo>
                  <a:pt x="506" y="360"/>
                  <a:pt x="494" y="361"/>
                  <a:pt x="484" y="355"/>
                </a:cubicBezTo>
                <a:cubicBezTo>
                  <a:pt x="468" y="313"/>
                  <a:pt x="428" y="284"/>
                  <a:pt x="381" y="284"/>
                </a:cubicBezTo>
                <a:cubicBezTo>
                  <a:pt x="320" y="284"/>
                  <a:pt x="271" y="333"/>
                  <a:pt x="271" y="394"/>
                </a:cubicBezTo>
                <a:cubicBezTo>
                  <a:pt x="271" y="455"/>
                  <a:pt x="320" y="504"/>
                  <a:pt x="381" y="504"/>
                </a:cubicBezTo>
                <a:cubicBezTo>
                  <a:pt x="429" y="504"/>
                  <a:pt x="469" y="474"/>
                  <a:pt x="485" y="432"/>
                </a:cubicBezTo>
                <a:cubicBezTo>
                  <a:pt x="493" y="425"/>
                  <a:pt x="503" y="424"/>
                  <a:pt x="515" y="428"/>
                </a:cubicBezTo>
                <a:cubicBezTo>
                  <a:pt x="529" y="433"/>
                  <a:pt x="539" y="445"/>
                  <a:pt x="542" y="458"/>
                </a:cubicBezTo>
                <a:cubicBezTo>
                  <a:pt x="542" y="463"/>
                  <a:pt x="542" y="469"/>
                  <a:pt x="541" y="474"/>
                </a:cubicBezTo>
                <a:close/>
              </a:path>
            </a:pathLst>
          </a:cu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Noto Sans" panose="020B0502040504020204" pitchFamily="34" charset="0"/>
              <a:ea typeface="微软雅黑" panose="020B0503020204020204" pitchFamily="34" charset="-122"/>
              <a:cs typeface="Noto Sans" panose="020B0502040504020204" pitchFamily="34" charset="0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55922465-0E2B-BBC5-1BFE-10D1A4987387}"/>
              </a:ext>
            </a:extLst>
          </p:cNvPr>
          <p:cNvSpPr>
            <a:spLocks noEditPoints="1"/>
          </p:cNvSpPr>
          <p:nvPr/>
        </p:nvSpPr>
        <p:spPr bwMode="auto">
          <a:xfrm>
            <a:off x="7546417" y="3450667"/>
            <a:ext cx="454583" cy="435927"/>
          </a:xfrm>
          <a:custGeom>
            <a:avLst/>
            <a:gdLst>
              <a:gd name="T0" fmla="*/ 715 w 772"/>
              <a:gd name="T1" fmla="*/ 270 h 788"/>
              <a:gd name="T2" fmla="*/ 706 w 772"/>
              <a:gd name="T3" fmla="*/ 245 h 788"/>
              <a:gd name="T4" fmla="*/ 529 w 772"/>
              <a:gd name="T5" fmla="*/ 71 h 788"/>
              <a:gd name="T6" fmla="*/ 505 w 772"/>
              <a:gd name="T7" fmla="*/ 60 h 788"/>
              <a:gd name="T8" fmla="*/ 260 w 772"/>
              <a:gd name="T9" fmla="*/ 60 h 788"/>
              <a:gd name="T10" fmla="*/ 233 w 772"/>
              <a:gd name="T11" fmla="*/ 71 h 788"/>
              <a:gd name="T12" fmla="*/ 59 w 772"/>
              <a:gd name="T13" fmla="*/ 246 h 788"/>
              <a:gd name="T14" fmla="*/ 48 w 772"/>
              <a:gd name="T15" fmla="*/ 272 h 788"/>
              <a:gd name="T16" fmla="*/ 0 w 772"/>
              <a:gd name="T17" fmla="*/ 399 h 788"/>
              <a:gd name="T18" fmla="*/ 6 w 772"/>
              <a:gd name="T19" fmla="*/ 434 h 788"/>
              <a:gd name="T20" fmla="*/ 51 w 772"/>
              <a:gd name="T21" fmla="*/ 520 h 788"/>
              <a:gd name="T22" fmla="*/ 59 w 772"/>
              <a:gd name="T23" fmla="*/ 540 h 788"/>
              <a:gd name="T24" fmla="*/ 234 w 772"/>
              <a:gd name="T25" fmla="*/ 717 h 788"/>
              <a:gd name="T26" fmla="*/ 259 w 772"/>
              <a:gd name="T27" fmla="*/ 728 h 788"/>
              <a:gd name="T28" fmla="*/ 506 w 772"/>
              <a:gd name="T29" fmla="*/ 728 h 788"/>
              <a:gd name="T30" fmla="*/ 528 w 772"/>
              <a:gd name="T31" fmla="*/ 718 h 788"/>
              <a:gd name="T32" fmla="*/ 706 w 772"/>
              <a:gd name="T33" fmla="*/ 542 h 788"/>
              <a:gd name="T34" fmla="*/ 716 w 772"/>
              <a:gd name="T35" fmla="*/ 517 h 788"/>
              <a:gd name="T36" fmla="*/ 750 w 772"/>
              <a:gd name="T37" fmla="*/ 463 h 788"/>
              <a:gd name="T38" fmla="*/ 715 w 772"/>
              <a:gd name="T39" fmla="*/ 270 h 788"/>
              <a:gd name="T40" fmla="*/ 541 w 772"/>
              <a:gd name="T41" fmla="*/ 474 h 788"/>
              <a:gd name="T42" fmla="*/ 455 w 772"/>
              <a:gd name="T43" fmla="*/ 556 h 788"/>
              <a:gd name="T44" fmla="*/ 401 w 772"/>
              <a:gd name="T45" fmla="*/ 566 h 788"/>
              <a:gd name="T46" fmla="*/ 381 w 772"/>
              <a:gd name="T47" fmla="*/ 567 h 788"/>
              <a:gd name="T48" fmla="*/ 208 w 772"/>
              <a:gd name="T49" fmla="*/ 394 h 788"/>
              <a:gd name="T50" fmla="*/ 381 w 772"/>
              <a:gd name="T51" fmla="*/ 222 h 788"/>
              <a:gd name="T52" fmla="*/ 396 w 772"/>
              <a:gd name="T53" fmla="*/ 222 h 788"/>
              <a:gd name="T54" fmla="*/ 396 w 772"/>
              <a:gd name="T55" fmla="*/ 222 h 788"/>
              <a:gd name="T56" fmla="*/ 414 w 772"/>
              <a:gd name="T57" fmla="*/ 223 h 788"/>
              <a:gd name="T58" fmla="*/ 514 w 772"/>
              <a:gd name="T59" fmla="*/ 272 h 788"/>
              <a:gd name="T60" fmla="*/ 537 w 772"/>
              <a:gd name="T61" fmla="*/ 313 h 788"/>
              <a:gd name="T62" fmla="*/ 538 w 772"/>
              <a:gd name="T63" fmla="*/ 322 h 788"/>
              <a:gd name="T64" fmla="*/ 518 w 772"/>
              <a:gd name="T65" fmla="*/ 353 h 788"/>
              <a:gd name="T66" fmla="*/ 484 w 772"/>
              <a:gd name="T67" fmla="*/ 355 h 788"/>
              <a:gd name="T68" fmla="*/ 381 w 772"/>
              <a:gd name="T69" fmla="*/ 284 h 788"/>
              <a:gd name="T70" fmla="*/ 271 w 772"/>
              <a:gd name="T71" fmla="*/ 394 h 788"/>
              <a:gd name="T72" fmla="*/ 381 w 772"/>
              <a:gd name="T73" fmla="*/ 504 h 788"/>
              <a:gd name="T74" fmla="*/ 485 w 772"/>
              <a:gd name="T75" fmla="*/ 432 h 788"/>
              <a:gd name="T76" fmla="*/ 515 w 772"/>
              <a:gd name="T77" fmla="*/ 428 h 788"/>
              <a:gd name="T78" fmla="*/ 542 w 772"/>
              <a:gd name="T79" fmla="*/ 458 h 788"/>
              <a:gd name="T80" fmla="*/ 541 w 772"/>
              <a:gd name="T81" fmla="*/ 474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72" h="788">
                <a:moveTo>
                  <a:pt x="715" y="270"/>
                </a:moveTo>
                <a:cubicBezTo>
                  <a:pt x="710" y="264"/>
                  <a:pt x="707" y="254"/>
                  <a:pt x="706" y="245"/>
                </a:cubicBezTo>
                <a:cubicBezTo>
                  <a:pt x="692" y="146"/>
                  <a:pt x="628" y="83"/>
                  <a:pt x="529" y="71"/>
                </a:cubicBezTo>
                <a:cubicBezTo>
                  <a:pt x="521" y="70"/>
                  <a:pt x="511" y="65"/>
                  <a:pt x="505" y="60"/>
                </a:cubicBezTo>
                <a:cubicBezTo>
                  <a:pt x="429" y="0"/>
                  <a:pt x="335" y="0"/>
                  <a:pt x="260" y="60"/>
                </a:cubicBezTo>
                <a:cubicBezTo>
                  <a:pt x="253" y="66"/>
                  <a:pt x="243" y="70"/>
                  <a:pt x="233" y="71"/>
                </a:cubicBezTo>
                <a:cubicBezTo>
                  <a:pt x="136" y="84"/>
                  <a:pt x="72" y="148"/>
                  <a:pt x="59" y="246"/>
                </a:cubicBezTo>
                <a:cubicBezTo>
                  <a:pt x="58" y="255"/>
                  <a:pt x="54" y="265"/>
                  <a:pt x="48" y="272"/>
                </a:cubicBezTo>
                <a:cubicBezTo>
                  <a:pt x="21" y="309"/>
                  <a:pt x="2" y="348"/>
                  <a:pt x="0" y="399"/>
                </a:cubicBezTo>
                <a:cubicBezTo>
                  <a:pt x="2" y="408"/>
                  <a:pt x="1" y="422"/>
                  <a:pt x="6" y="434"/>
                </a:cubicBezTo>
                <a:cubicBezTo>
                  <a:pt x="20" y="463"/>
                  <a:pt x="36" y="491"/>
                  <a:pt x="51" y="520"/>
                </a:cubicBezTo>
                <a:cubicBezTo>
                  <a:pt x="55" y="526"/>
                  <a:pt x="58" y="533"/>
                  <a:pt x="59" y="540"/>
                </a:cubicBezTo>
                <a:cubicBezTo>
                  <a:pt x="72" y="641"/>
                  <a:pt x="134" y="704"/>
                  <a:pt x="234" y="717"/>
                </a:cubicBezTo>
                <a:cubicBezTo>
                  <a:pt x="243" y="718"/>
                  <a:pt x="252" y="722"/>
                  <a:pt x="259" y="728"/>
                </a:cubicBezTo>
                <a:cubicBezTo>
                  <a:pt x="336" y="788"/>
                  <a:pt x="429" y="788"/>
                  <a:pt x="506" y="728"/>
                </a:cubicBezTo>
                <a:cubicBezTo>
                  <a:pt x="512" y="723"/>
                  <a:pt x="520" y="719"/>
                  <a:pt x="528" y="718"/>
                </a:cubicBezTo>
                <a:cubicBezTo>
                  <a:pt x="627" y="706"/>
                  <a:pt x="693" y="641"/>
                  <a:pt x="706" y="542"/>
                </a:cubicBezTo>
                <a:cubicBezTo>
                  <a:pt x="707" y="533"/>
                  <a:pt x="712" y="525"/>
                  <a:pt x="716" y="517"/>
                </a:cubicBezTo>
                <a:cubicBezTo>
                  <a:pt x="727" y="499"/>
                  <a:pt x="743" y="483"/>
                  <a:pt x="750" y="463"/>
                </a:cubicBezTo>
                <a:cubicBezTo>
                  <a:pt x="772" y="394"/>
                  <a:pt x="763" y="328"/>
                  <a:pt x="715" y="270"/>
                </a:cubicBezTo>
                <a:close/>
                <a:moveTo>
                  <a:pt x="541" y="474"/>
                </a:moveTo>
                <a:cubicBezTo>
                  <a:pt x="529" y="518"/>
                  <a:pt x="496" y="542"/>
                  <a:pt x="455" y="556"/>
                </a:cubicBezTo>
                <a:cubicBezTo>
                  <a:pt x="437" y="562"/>
                  <a:pt x="419" y="565"/>
                  <a:pt x="401" y="566"/>
                </a:cubicBezTo>
                <a:cubicBezTo>
                  <a:pt x="395" y="567"/>
                  <a:pt x="388" y="567"/>
                  <a:pt x="381" y="567"/>
                </a:cubicBezTo>
                <a:cubicBezTo>
                  <a:pt x="286" y="567"/>
                  <a:pt x="208" y="490"/>
                  <a:pt x="208" y="394"/>
                </a:cubicBezTo>
                <a:cubicBezTo>
                  <a:pt x="208" y="299"/>
                  <a:pt x="286" y="222"/>
                  <a:pt x="381" y="222"/>
                </a:cubicBezTo>
                <a:cubicBezTo>
                  <a:pt x="386" y="222"/>
                  <a:pt x="391" y="222"/>
                  <a:pt x="396" y="222"/>
                </a:cubicBezTo>
                <a:cubicBezTo>
                  <a:pt x="396" y="222"/>
                  <a:pt x="396" y="222"/>
                  <a:pt x="396" y="222"/>
                </a:cubicBezTo>
                <a:cubicBezTo>
                  <a:pt x="402" y="222"/>
                  <a:pt x="408" y="223"/>
                  <a:pt x="414" y="223"/>
                </a:cubicBezTo>
                <a:cubicBezTo>
                  <a:pt x="453" y="228"/>
                  <a:pt x="488" y="242"/>
                  <a:pt x="514" y="272"/>
                </a:cubicBezTo>
                <a:cubicBezTo>
                  <a:pt x="524" y="284"/>
                  <a:pt x="532" y="299"/>
                  <a:pt x="537" y="313"/>
                </a:cubicBezTo>
                <a:cubicBezTo>
                  <a:pt x="538" y="317"/>
                  <a:pt x="538" y="320"/>
                  <a:pt x="538" y="322"/>
                </a:cubicBezTo>
                <a:cubicBezTo>
                  <a:pt x="539" y="336"/>
                  <a:pt x="531" y="346"/>
                  <a:pt x="518" y="353"/>
                </a:cubicBezTo>
                <a:cubicBezTo>
                  <a:pt x="506" y="360"/>
                  <a:pt x="494" y="361"/>
                  <a:pt x="484" y="355"/>
                </a:cubicBezTo>
                <a:cubicBezTo>
                  <a:pt x="468" y="313"/>
                  <a:pt x="428" y="284"/>
                  <a:pt x="381" y="284"/>
                </a:cubicBezTo>
                <a:cubicBezTo>
                  <a:pt x="320" y="284"/>
                  <a:pt x="271" y="333"/>
                  <a:pt x="271" y="394"/>
                </a:cubicBezTo>
                <a:cubicBezTo>
                  <a:pt x="271" y="455"/>
                  <a:pt x="320" y="504"/>
                  <a:pt x="381" y="504"/>
                </a:cubicBezTo>
                <a:cubicBezTo>
                  <a:pt x="429" y="504"/>
                  <a:pt x="469" y="474"/>
                  <a:pt x="485" y="432"/>
                </a:cubicBezTo>
                <a:cubicBezTo>
                  <a:pt x="493" y="425"/>
                  <a:pt x="503" y="424"/>
                  <a:pt x="515" y="428"/>
                </a:cubicBezTo>
                <a:cubicBezTo>
                  <a:pt x="529" y="433"/>
                  <a:pt x="539" y="445"/>
                  <a:pt x="542" y="458"/>
                </a:cubicBezTo>
                <a:cubicBezTo>
                  <a:pt x="542" y="463"/>
                  <a:pt x="542" y="469"/>
                  <a:pt x="541" y="474"/>
                </a:cubicBezTo>
                <a:close/>
              </a:path>
            </a:pathLst>
          </a:cu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Noto Sans" panose="020B0502040504020204" pitchFamily="34" charset="0"/>
              <a:ea typeface="微软雅黑" panose="020B0503020204020204" pitchFamily="34" charset="-122"/>
              <a:cs typeface="Noto Sans" panose="020B0502040504020204" pitchFamily="34" charset="0"/>
            </a:endParaRP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2F59E19F-9802-75E1-ACAF-9D2D43A416ED}"/>
              </a:ext>
            </a:extLst>
          </p:cNvPr>
          <p:cNvSpPr>
            <a:spLocks noEditPoints="1"/>
          </p:cNvSpPr>
          <p:nvPr/>
        </p:nvSpPr>
        <p:spPr bwMode="auto">
          <a:xfrm>
            <a:off x="7546417" y="7052853"/>
            <a:ext cx="454583" cy="435927"/>
          </a:xfrm>
          <a:custGeom>
            <a:avLst/>
            <a:gdLst>
              <a:gd name="T0" fmla="*/ 715 w 772"/>
              <a:gd name="T1" fmla="*/ 270 h 788"/>
              <a:gd name="T2" fmla="*/ 706 w 772"/>
              <a:gd name="T3" fmla="*/ 245 h 788"/>
              <a:gd name="T4" fmla="*/ 529 w 772"/>
              <a:gd name="T5" fmla="*/ 71 h 788"/>
              <a:gd name="T6" fmla="*/ 505 w 772"/>
              <a:gd name="T7" fmla="*/ 60 h 788"/>
              <a:gd name="T8" fmla="*/ 260 w 772"/>
              <a:gd name="T9" fmla="*/ 60 h 788"/>
              <a:gd name="T10" fmla="*/ 233 w 772"/>
              <a:gd name="T11" fmla="*/ 71 h 788"/>
              <a:gd name="T12" fmla="*/ 59 w 772"/>
              <a:gd name="T13" fmla="*/ 246 h 788"/>
              <a:gd name="T14" fmla="*/ 48 w 772"/>
              <a:gd name="T15" fmla="*/ 272 h 788"/>
              <a:gd name="T16" fmla="*/ 0 w 772"/>
              <a:gd name="T17" fmla="*/ 399 h 788"/>
              <a:gd name="T18" fmla="*/ 6 w 772"/>
              <a:gd name="T19" fmla="*/ 434 h 788"/>
              <a:gd name="T20" fmla="*/ 51 w 772"/>
              <a:gd name="T21" fmla="*/ 520 h 788"/>
              <a:gd name="T22" fmla="*/ 59 w 772"/>
              <a:gd name="T23" fmla="*/ 540 h 788"/>
              <a:gd name="T24" fmla="*/ 234 w 772"/>
              <a:gd name="T25" fmla="*/ 717 h 788"/>
              <a:gd name="T26" fmla="*/ 259 w 772"/>
              <a:gd name="T27" fmla="*/ 728 h 788"/>
              <a:gd name="T28" fmla="*/ 506 w 772"/>
              <a:gd name="T29" fmla="*/ 728 h 788"/>
              <a:gd name="T30" fmla="*/ 528 w 772"/>
              <a:gd name="T31" fmla="*/ 718 h 788"/>
              <a:gd name="T32" fmla="*/ 706 w 772"/>
              <a:gd name="T33" fmla="*/ 542 h 788"/>
              <a:gd name="T34" fmla="*/ 716 w 772"/>
              <a:gd name="T35" fmla="*/ 517 h 788"/>
              <a:gd name="T36" fmla="*/ 750 w 772"/>
              <a:gd name="T37" fmla="*/ 463 h 788"/>
              <a:gd name="T38" fmla="*/ 715 w 772"/>
              <a:gd name="T39" fmla="*/ 270 h 788"/>
              <a:gd name="T40" fmla="*/ 541 w 772"/>
              <a:gd name="T41" fmla="*/ 474 h 788"/>
              <a:gd name="T42" fmla="*/ 455 w 772"/>
              <a:gd name="T43" fmla="*/ 556 h 788"/>
              <a:gd name="T44" fmla="*/ 401 w 772"/>
              <a:gd name="T45" fmla="*/ 566 h 788"/>
              <a:gd name="T46" fmla="*/ 381 w 772"/>
              <a:gd name="T47" fmla="*/ 567 h 788"/>
              <a:gd name="T48" fmla="*/ 208 w 772"/>
              <a:gd name="T49" fmla="*/ 394 h 788"/>
              <a:gd name="T50" fmla="*/ 381 w 772"/>
              <a:gd name="T51" fmla="*/ 222 h 788"/>
              <a:gd name="T52" fmla="*/ 396 w 772"/>
              <a:gd name="T53" fmla="*/ 222 h 788"/>
              <a:gd name="T54" fmla="*/ 396 w 772"/>
              <a:gd name="T55" fmla="*/ 222 h 788"/>
              <a:gd name="T56" fmla="*/ 414 w 772"/>
              <a:gd name="T57" fmla="*/ 223 h 788"/>
              <a:gd name="T58" fmla="*/ 514 w 772"/>
              <a:gd name="T59" fmla="*/ 272 h 788"/>
              <a:gd name="T60" fmla="*/ 537 w 772"/>
              <a:gd name="T61" fmla="*/ 313 h 788"/>
              <a:gd name="T62" fmla="*/ 538 w 772"/>
              <a:gd name="T63" fmla="*/ 322 h 788"/>
              <a:gd name="T64" fmla="*/ 518 w 772"/>
              <a:gd name="T65" fmla="*/ 353 h 788"/>
              <a:gd name="T66" fmla="*/ 484 w 772"/>
              <a:gd name="T67" fmla="*/ 355 h 788"/>
              <a:gd name="T68" fmla="*/ 381 w 772"/>
              <a:gd name="T69" fmla="*/ 284 h 788"/>
              <a:gd name="T70" fmla="*/ 271 w 772"/>
              <a:gd name="T71" fmla="*/ 394 h 788"/>
              <a:gd name="T72" fmla="*/ 381 w 772"/>
              <a:gd name="T73" fmla="*/ 504 h 788"/>
              <a:gd name="T74" fmla="*/ 485 w 772"/>
              <a:gd name="T75" fmla="*/ 432 h 788"/>
              <a:gd name="T76" fmla="*/ 515 w 772"/>
              <a:gd name="T77" fmla="*/ 428 h 788"/>
              <a:gd name="T78" fmla="*/ 542 w 772"/>
              <a:gd name="T79" fmla="*/ 458 h 788"/>
              <a:gd name="T80" fmla="*/ 541 w 772"/>
              <a:gd name="T81" fmla="*/ 474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72" h="788">
                <a:moveTo>
                  <a:pt x="715" y="270"/>
                </a:moveTo>
                <a:cubicBezTo>
                  <a:pt x="710" y="264"/>
                  <a:pt x="707" y="254"/>
                  <a:pt x="706" y="245"/>
                </a:cubicBezTo>
                <a:cubicBezTo>
                  <a:pt x="692" y="146"/>
                  <a:pt x="628" y="83"/>
                  <a:pt x="529" y="71"/>
                </a:cubicBezTo>
                <a:cubicBezTo>
                  <a:pt x="521" y="70"/>
                  <a:pt x="511" y="65"/>
                  <a:pt x="505" y="60"/>
                </a:cubicBezTo>
                <a:cubicBezTo>
                  <a:pt x="429" y="0"/>
                  <a:pt x="335" y="0"/>
                  <a:pt x="260" y="60"/>
                </a:cubicBezTo>
                <a:cubicBezTo>
                  <a:pt x="253" y="66"/>
                  <a:pt x="243" y="70"/>
                  <a:pt x="233" y="71"/>
                </a:cubicBezTo>
                <a:cubicBezTo>
                  <a:pt x="136" y="84"/>
                  <a:pt x="72" y="148"/>
                  <a:pt x="59" y="246"/>
                </a:cubicBezTo>
                <a:cubicBezTo>
                  <a:pt x="58" y="255"/>
                  <a:pt x="54" y="265"/>
                  <a:pt x="48" y="272"/>
                </a:cubicBezTo>
                <a:cubicBezTo>
                  <a:pt x="21" y="309"/>
                  <a:pt x="2" y="348"/>
                  <a:pt x="0" y="399"/>
                </a:cubicBezTo>
                <a:cubicBezTo>
                  <a:pt x="2" y="408"/>
                  <a:pt x="1" y="422"/>
                  <a:pt x="6" y="434"/>
                </a:cubicBezTo>
                <a:cubicBezTo>
                  <a:pt x="20" y="463"/>
                  <a:pt x="36" y="491"/>
                  <a:pt x="51" y="520"/>
                </a:cubicBezTo>
                <a:cubicBezTo>
                  <a:pt x="55" y="526"/>
                  <a:pt x="58" y="533"/>
                  <a:pt x="59" y="540"/>
                </a:cubicBezTo>
                <a:cubicBezTo>
                  <a:pt x="72" y="641"/>
                  <a:pt x="134" y="704"/>
                  <a:pt x="234" y="717"/>
                </a:cubicBezTo>
                <a:cubicBezTo>
                  <a:pt x="243" y="718"/>
                  <a:pt x="252" y="722"/>
                  <a:pt x="259" y="728"/>
                </a:cubicBezTo>
                <a:cubicBezTo>
                  <a:pt x="336" y="788"/>
                  <a:pt x="429" y="788"/>
                  <a:pt x="506" y="728"/>
                </a:cubicBezTo>
                <a:cubicBezTo>
                  <a:pt x="512" y="723"/>
                  <a:pt x="520" y="719"/>
                  <a:pt x="528" y="718"/>
                </a:cubicBezTo>
                <a:cubicBezTo>
                  <a:pt x="627" y="706"/>
                  <a:pt x="693" y="641"/>
                  <a:pt x="706" y="542"/>
                </a:cubicBezTo>
                <a:cubicBezTo>
                  <a:pt x="707" y="533"/>
                  <a:pt x="712" y="525"/>
                  <a:pt x="716" y="517"/>
                </a:cubicBezTo>
                <a:cubicBezTo>
                  <a:pt x="727" y="499"/>
                  <a:pt x="743" y="483"/>
                  <a:pt x="750" y="463"/>
                </a:cubicBezTo>
                <a:cubicBezTo>
                  <a:pt x="772" y="394"/>
                  <a:pt x="763" y="328"/>
                  <a:pt x="715" y="270"/>
                </a:cubicBezTo>
                <a:close/>
                <a:moveTo>
                  <a:pt x="541" y="474"/>
                </a:moveTo>
                <a:cubicBezTo>
                  <a:pt x="529" y="518"/>
                  <a:pt x="496" y="542"/>
                  <a:pt x="455" y="556"/>
                </a:cubicBezTo>
                <a:cubicBezTo>
                  <a:pt x="437" y="562"/>
                  <a:pt x="419" y="565"/>
                  <a:pt x="401" y="566"/>
                </a:cubicBezTo>
                <a:cubicBezTo>
                  <a:pt x="395" y="567"/>
                  <a:pt x="388" y="567"/>
                  <a:pt x="381" y="567"/>
                </a:cubicBezTo>
                <a:cubicBezTo>
                  <a:pt x="286" y="567"/>
                  <a:pt x="208" y="490"/>
                  <a:pt x="208" y="394"/>
                </a:cubicBezTo>
                <a:cubicBezTo>
                  <a:pt x="208" y="299"/>
                  <a:pt x="286" y="222"/>
                  <a:pt x="381" y="222"/>
                </a:cubicBezTo>
                <a:cubicBezTo>
                  <a:pt x="386" y="222"/>
                  <a:pt x="391" y="222"/>
                  <a:pt x="396" y="222"/>
                </a:cubicBezTo>
                <a:cubicBezTo>
                  <a:pt x="396" y="222"/>
                  <a:pt x="396" y="222"/>
                  <a:pt x="396" y="222"/>
                </a:cubicBezTo>
                <a:cubicBezTo>
                  <a:pt x="402" y="222"/>
                  <a:pt x="408" y="223"/>
                  <a:pt x="414" y="223"/>
                </a:cubicBezTo>
                <a:cubicBezTo>
                  <a:pt x="453" y="228"/>
                  <a:pt x="488" y="242"/>
                  <a:pt x="514" y="272"/>
                </a:cubicBezTo>
                <a:cubicBezTo>
                  <a:pt x="524" y="284"/>
                  <a:pt x="532" y="299"/>
                  <a:pt x="537" y="313"/>
                </a:cubicBezTo>
                <a:cubicBezTo>
                  <a:pt x="538" y="317"/>
                  <a:pt x="538" y="320"/>
                  <a:pt x="538" y="322"/>
                </a:cubicBezTo>
                <a:cubicBezTo>
                  <a:pt x="539" y="336"/>
                  <a:pt x="531" y="346"/>
                  <a:pt x="518" y="353"/>
                </a:cubicBezTo>
                <a:cubicBezTo>
                  <a:pt x="506" y="360"/>
                  <a:pt x="494" y="361"/>
                  <a:pt x="484" y="355"/>
                </a:cubicBezTo>
                <a:cubicBezTo>
                  <a:pt x="468" y="313"/>
                  <a:pt x="428" y="284"/>
                  <a:pt x="381" y="284"/>
                </a:cubicBezTo>
                <a:cubicBezTo>
                  <a:pt x="320" y="284"/>
                  <a:pt x="271" y="333"/>
                  <a:pt x="271" y="394"/>
                </a:cubicBezTo>
                <a:cubicBezTo>
                  <a:pt x="271" y="455"/>
                  <a:pt x="320" y="504"/>
                  <a:pt x="381" y="504"/>
                </a:cubicBezTo>
                <a:cubicBezTo>
                  <a:pt x="429" y="504"/>
                  <a:pt x="469" y="474"/>
                  <a:pt x="485" y="432"/>
                </a:cubicBezTo>
                <a:cubicBezTo>
                  <a:pt x="493" y="425"/>
                  <a:pt x="503" y="424"/>
                  <a:pt x="515" y="428"/>
                </a:cubicBezTo>
                <a:cubicBezTo>
                  <a:pt x="529" y="433"/>
                  <a:pt x="539" y="445"/>
                  <a:pt x="542" y="458"/>
                </a:cubicBezTo>
                <a:cubicBezTo>
                  <a:pt x="542" y="463"/>
                  <a:pt x="542" y="469"/>
                  <a:pt x="541" y="474"/>
                </a:cubicBezTo>
                <a:close/>
              </a:path>
            </a:pathLst>
          </a:cu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Noto Sans" panose="020B0502040504020204" pitchFamily="34" charset="0"/>
              <a:ea typeface="微软雅黑" panose="020B0503020204020204" pitchFamily="34" charset="-122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7F258-625E-6D86-BC1D-F7B1ADC8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3A92AA6-30BE-1377-5983-D662E9698187}"/>
              </a:ext>
            </a:extLst>
          </p:cNvPr>
          <p:cNvSpPr txBox="1"/>
          <p:nvPr/>
        </p:nvSpPr>
        <p:spPr>
          <a:xfrm>
            <a:off x="4274097" y="912324"/>
            <a:ext cx="9739805" cy="120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Phân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tích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mô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tả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chức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năng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của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website</a:t>
            </a:r>
          </a:p>
        </p:txBody>
      </p:sp>
      <p:grpSp>
        <p:nvGrpSpPr>
          <p:cNvPr id="42" name="组合 5">
            <a:extLst>
              <a:ext uri="{FF2B5EF4-FFF2-40B4-BE49-F238E27FC236}">
                <a16:creationId xmlns:a16="http://schemas.microsoft.com/office/drawing/2014/main" id="{10209610-002C-C320-9FBF-FB6D61F97CC6}"/>
              </a:ext>
            </a:extLst>
          </p:cNvPr>
          <p:cNvGrpSpPr/>
          <p:nvPr/>
        </p:nvGrpSpPr>
        <p:grpSpPr>
          <a:xfrm>
            <a:off x="1758328" y="2572372"/>
            <a:ext cx="14144139" cy="6685928"/>
            <a:chOff x="1054662" y="1575568"/>
            <a:chExt cx="9893534" cy="4676669"/>
          </a:xfrm>
          <a:solidFill>
            <a:schemeClr val="bg1"/>
          </a:solidFill>
        </p:grpSpPr>
        <p:grpSp>
          <p:nvGrpSpPr>
            <p:cNvPr id="43" name="组合 6">
              <a:extLst>
                <a:ext uri="{FF2B5EF4-FFF2-40B4-BE49-F238E27FC236}">
                  <a16:creationId xmlns:a16="http://schemas.microsoft.com/office/drawing/2014/main" id="{F2D8939C-8777-F772-1219-6301D7B5BD77}"/>
                </a:ext>
              </a:extLst>
            </p:cNvPr>
            <p:cNvGrpSpPr/>
            <p:nvPr/>
          </p:nvGrpSpPr>
          <p:grpSpPr>
            <a:xfrm>
              <a:off x="4922697" y="1684102"/>
              <a:ext cx="2657043" cy="4568135"/>
              <a:chOff x="4922697" y="1684102"/>
              <a:chExt cx="2657043" cy="4568135"/>
            </a:xfrm>
            <a:grpFill/>
          </p:grpSpPr>
          <p:sp>
            <p:nvSpPr>
              <p:cNvPr id="56" name="Freeform 10">
                <a:extLst>
                  <a:ext uri="{FF2B5EF4-FFF2-40B4-BE49-F238E27FC236}">
                    <a16:creationId xmlns:a16="http://schemas.microsoft.com/office/drawing/2014/main" id="{15CB2650-7E7E-0C6E-3DAB-D617D16F7D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44390" y="1684102"/>
                <a:ext cx="1311548" cy="1314332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7" name="Freeform 10">
                <a:extLst>
                  <a:ext uri="{FF2B5EF4-FFF2-40B4-BE49-F238E27FC236}">
                    <a16:creationId xmlns:a16="http://schemas.microsoft.com/office/drawing/2014/main" id="{53ECC744-AF6F-76A9-78C1-E518F52181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37483" y="2941341"/>
                <a:ext cx="1311548" cy="1314332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8" name="Freeform 10">
                <a:extLst>
                  <a:ext uri="{FF2B5EF4-FFF2-40B4-BE49-F238E27FC236}">
                    <a16:creationId xmlns:a16="http://schemas.microsoft.com/office/drawing/2014/main" id="{00542088-7EFC-E732-8025-E432CE13FF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2697" y="2680198"/>
                <a:ext cx="1200358" cy="1202908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9" name="Freeform 10">
                <a:extLst>
                  <a:ext uri="{FF2B5EF4-FFF2-40B4-BE49-F238E27FC236}">
                    <a16:creationId xmlns:a16="http://schemas.microsoft.com/office/drawing/2014/main" id="{75A5E018-9B26-15A8-8386-DE469BDEF70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7598" y="4091433"/>
                <a:ext cx="951503" cy="95352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0" name="Freeform 10">
                <a:extLst>
                  <a:ext uri="{FF2B5EF4-FFF2-40B4-BE49-F238E27FC236}">
                    <a16:creationId xmlns:a16="http://schemas.microsoft.com/office/drawing/2014/main" id="{B53A3C2C-226A-C363-45B6-77B2CC73BE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637" y="2160861"/>
                <a:ext cx="475752" cy="476763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0989A3C0-53F1-76E3-E7FB-A5E41EB902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67472" y="2558206"/>
                <a:ext cx="547726" cy="548889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2" name="Freeform 12">
                <a:extLst>
                  <a:ext uri="{FF2B5EF4-FFF2-40B4-BE49-F238E27FC236}">
                    <a16:creationId xmlns:a16="http://schemas.microsoft.com/office/drawing/2014/main" id="{E1E7CBAC-59DE-DCD4-5422-0944E5DB98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93137" y="3107096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3" name="Freeform 14">
                <a:extLst>
                  <a:ext uri="{FF2B5EF4-FFF2-40B4-BE49-F238E27FC236}">
                    <a16:creationId xmlns:a16="http://schemas.microsoft.com/office/drawing/2014/main" id="{4794B2A4-D665-7B50-99E5-91F3D5E396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92891" y="2227527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4" name="Freeform 15">
                <a:extLst>
                  <a:ext uri="{FF2B5EF4-FFF2-40B4-BE49-F238E27FC236}">
                    <a16:creationId xmlns:a16="http://schemas.microsoft.com/office/drawing/2014/main" id="{12F56ECD-7D74-DB21-7274-BA08D0AB34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4642" y="2477505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5" name="Freeform 16">
                <a:extLst>
                  <a:ext uri="{FF2B5EF4-FFF2-40B4-BE49-F238E27FC236}">
                    <a16:creationId xmlns:a16="http://schemas.microsoft.com/office/drawing/2014/main" id="{AD72C6A4-C3B7-24D9-37CB-F88F6EB8D0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2875" y="1885388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6" name="Freeform 17">
                <a:extLst>
                  <a:ext uri="{FF2B5EF4-FFF2-40B4-BE49-F238E27FC236}">
                    <a16:creationId xmlns:a16="http://schemas.microsoft.com/office/drawing/2014/main" id="{151E0995-D1E6-73B4-730F-8B110DB71C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5952" y="3806835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7" name="Freeform 18">
                <a:extLst>
                  <a:ext uri="{FF2B5EF4-FFF2-40B4-BE49-F238E27FC236}">
                    <a16:creationId xmlns:a16="http://schemas.microsoft.com/office/drawing/2014/main" id="{56F92316-9AED-F188-B07C-1729B05DD0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76629" y="3949134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8" name="Freeform 19">
                <a:extLst>
                  <a:ext uri="{FF2B5EF4-FFF2-40B4-BE49-F238E27FC236}">
                    <a16:creationId xmlns:a16="http://schemas.microsoft.com/office/drawing/2014/main" id="{80C70B11-A1AC-DE18-D4CE-6B12E8A30D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19100" y="4298636"/>
                <a:ext cx="448373" cy="449324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9" name="Freeform 20">
                <a:extLst>
                  <a:ext uri="{FF2B5EF4-FFF2-40B4-BE49-F238E27FC236}">
                    <a16:creationId xmlns:a16="http://schemas.microsoft.com/office/drawing/2014/main" id="{8ADF1EE4-A1E9-0FC0-817E-DACDFC9D0F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59289" y="4747960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A301B935-1C0D-B634-89FF-D26142C9CF56}"/>
                  </a:ext>
                </a:extLst>
              </p:cNvPr>
              <p:cNvSpPr/>
              <p:nvPr/>
            </p:nvSpPr>
            <p:spPr bwMode="auto">
              <a:xfrm>
                <a:off x="5385190" y="201587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1" name="Freeform 11">
                <a:extLst>
                  <a:ext uri="{FF2B5EF4-FFF2-40B4-BE49-F238E27FC236}">
                    <a16:creationId xmlns:a16="http://schemas.microsoft.com/office/drawing/2014/main" id="{F7B3A237-F086-AF75-71E2-C816271C06BA}"/>
                  </a:ext>
                </a:extLst>
              </p:cNvPr>
              <p:cNvSpPr/>
              <p:nvPr/>
            </p:nvSpPr>
            <p:spPr bwMode="auto">
              <a:xfrm>
                <a:off x="5753083" y="1820146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A5083683-415A-66F1-345E-AE795EFCAE72}"/>
                  </a:ext>
                </a:extLst>
              </p:cNvPr>
              <p:cNvSpPr/>
              <p:nvPr/>
            </p:nvSpPr>
            <p:spPr bwMode="auto">
              <a:xfrm>
                <a:off x="7055939" y="210474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3" name="Freeform 11">
                <a:extLst>
                  <a:ext uri="{FF2B5EF4-FFF2-40B4-BE49-F238E27FC236}">
                    <a16:creationId xmlns:a16="http://schemas.microsoft.com/office/drawing/2014/main" id="{2193A22D-3421-4F8B-6A6C-5C5F51FA62F1}"/>
                  </a:ext>
                </a:extLst>
              </p:cNvPr>
              <p:cNvSpPr/>
              <p:nvPr/>
            </p:nvSpPr>
            <p:spPr bwMode="auto">
              <a:xfrm>
                <a:off x="6123055" y="297661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77312F83-CC76-120E-64C8-9FA54498F4FA}"/>
                  </a:ext>
                </a:extLst>
              </p:cNvPr>
              <p:cNvSpPr/>
              <p:nvPr/>
            </p:nvSpPr>
            <p:spPr bwMode="auto">
              <a:xfrm>
                <a:off x="5669789" y="257238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B506D7B3-F892-59DB-E25C-65AA8CC8F016}"/>
                  </a:ext>
                </a:extLst>
              </p:cNvPr>
              <p:cNvSpPr/>
              <p:nvPr/>
            </p:nvSpPr>
            <p:spPr bwMode="auto">
              <a:xfrm>
                <a:off x="6818952" y="281632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6" name="Freeform 11">
                <a:extLst>
                  <a:ext uri="{FF2B5EF4-FFF2-40B4-BE49-F238E27FC236}">
                    <a16:creationId xmlns:a16="http://schemas.microsoft.com/office/drawing/2014/main" id="{031E7095-EC2E-26A8-4A51-5A04B69FDC51}"/>
                  </a:ext>
                </a:extLst>
              </p:cNvPr>
              <p:cNvSpPr/>
              <p:nvPr/>
            </p:nvSpPr>
            <p:spPr bwMode="auto">
              <a:xfrm>
                <a:off x="7028349" y="244688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id="{CE22A0CE-BCDF-886D-8BC2-3E37F46C5334}"/>
                  </a:ext>
                </a:extLst>
              </p:cNvPr>
              <p:cNvSpPr/>
              <p:nvPr/>
            </p:nvSpPr>
            <p:spPr bwMode="auto">
              <a:xfrm>
                <a:off x="5126638" y="2333999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8A86FEC8-1841-E46F-F47F-88C4905FA90D}"/>
                  </a:ext>
                </a:extLst>
              </p:cNvPr>
              <p:cNvSpPr/>
              <p:nvPr/>
            </p:nvSpPr>
            <p:spPr bwMode="auto">
              <a:xfrm>
                <a:off x="4960397" y="274988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9" name="Freeform 11">
                <a:extLst>
                  <a:ext uri="{FF2B5EF4-FFF2-40B4-BE49-F238E27FC236}">
                    <a16:creationId xmlns:a16="http://schemas.microsoft.com/office/drawing/2014/main" id="{68A2E728-6908-2BFB-47DD-97883E2F1E38}"/>
                  </a:ext>
                </a:extLst>
              </p:cNvPr>
              <p:cNvSpPr/>
              <p:nvPr/>
            </p:nvSpPr>
            <p:spPr bwMode="auto">
              <a:xfrm>
                <a:off x="5255724" y="257238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0" name="Freeform 11">
                <a:extLst>
                  <a:ext uri="{FF2B5EF4-FFF2-40B4-BE49-F238E27FC236}">
                    <a16:creationId xmlns:a16="http://schemas.microsoft.com/office/drawing/2014/main" id="{F21B6EAE-EDE8-0257-F322-5E9EE3FE9CBF}"/>
                  </a:ext>
                </a:extLst>
              </p:cNvPr>
              <p:cNvSpPr/>
              <p:nvPr/>
            </p:nvSpPr>
            <p:spPr bwMode="auto">
              <a:xfrm>
                <a:off x="7348826" y="244688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7FCAC006-C508-AF0C-5978-E4D865CAADC6}"/>
                  </a:ext>
                </a:extLst>
              </p:cNvPr>
              <p:cNvSpPr/>
              <p:nvPr/>
            </p:nvSpPr>
            <p:spPr bwMode="auto">
              <a:xfrm>
                <a:off x="7351622" y="339836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5981CCE4-11D5-B1B3-90D0-8222A50F74CC}"/>
                  </a:ext>
                </a:extLst>
              </p:cNvPr>
              <p:cNvSpPr/>
              <p:nvPr/>
            </p:nvSpPr>
            <p:spPr bwMode="auto">
              <a:xfrm>
                <a:off x="7450655" y="299843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59285F3C-FBA3-E776-E06C-B9F53566A522}"/>
                  </a:ext>
                </a:extLst>
              </p:cNvPr>
              <p:cNvSpPr/>
              <p:nvPr/>
            </p:nvSpPr>
            <p:spPr bwMode="auto">
              <a:xfrm>
                <a:off x="5384604" y="3883891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A9DCFA14-BE25-B9BB-C6EA-F48ADFFED83F}"/>
                  </a:ext>
                </a:extLst>
              </p:cNvPr>
              <p:cNvSpPr/>
              <p:nvPr/>
            </p:nvSpPr>
            <p:spPr bwMode="auto">
              <a:xfrm>
                <a:off x="5506513" y="423339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82286D8B-8A4F-6E32-7B7D-B09DE337DA60}"/>
                  </a:ext>
                </a:extLst>
              </p:cNvPr>
              <p:cNvSpPr/>
              <p:nvPr/>
            </p:nvSpPr>
            <p:spPr bwMode="auto">
              <a:xfrm>
                <a:off x="6335621" y="4902072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6" name="Freeform 11">
                <a:extLst>
                  <a:ext uri="{FF2B5EF4-FFF2-40B4-BE49-F238E27FC236}">
                    <a16:creationId xmlns:a16="http://schemas.microsoft.com/office/drawing/2014/main" id="{3A858065-36CA-558F-0ECF-874B7DD52F89}"/>
                  </a:ext>
                </a:extLst>
              </p:cNvPr>
              <p:cNvSpPr/>
              <p:nvPr/>
            </p:nvSpPr>
            <p:spPr bwMode="auto">
              <a:xfrm>
                <a:off x="6466656" y="424811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FCD322C6-0085-9521-8585-946627339000}"/>
                  </a:ext>
                </a:extLst>
              </p:cNvPr>
              <p:cNvSpPr/>
              <p:nvPr/>
            </p:nvSpPr>
            <p:spPr bwMode="auto">
              <a:xfrm>
                <a:off x="6899263" y="425567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22DACE5A-1D6B-C00B-1935-D7E8E34AAAFE}"/>
                  </a:ext>
                </a:extLst>
              </p:cNvPr>
              <p:cNvSpPr/>
              <p:nvPr/>
            </p:nvSpPr>
            <p:spPr bwMode="auto">
              <a:xfrm>
                <a:off x="6746432" y="473648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9" name="Freeform 11">
                <a:extLst>
                  <a:ext uri="{FF2B5EF4-FFF2-40B4-BE49-F238E27FC236}">
                    <a16:creationId xmlns:a16="http://schemas.microsoft.com/office/drawing/2014/main" id="{E587F72D-7235-FC0A-0CB3-0F0A13C371D0}"/>
                  </a:ext>
                </a:extLst>
              </p:cNvPr>
              <p:cNvSpPr/>
              <p:nvPr/>
            </p:nvSpPr>
            <p:spPr bwMode="auto">
              <a:xfrm>
                <a:off x="7014877" y="416527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2C7EAF6C-5274-28A8-960B-00A948AC2A2B}"/>
                  </a:ext>
                </a:extLst>
              </p:cNvPr>
              <p:cNvSpPr/>
              <p:nvPr/>
            </p:nvSpPr>
            <p:spPr bwMode="auto">
              <a:xfrm>
                <a:off x="6976854" y="4392811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91" name="Group 42">
                <a:extLst>
                  <a:ext uri="{FF2B5EF4-FFF2-40B4-BE49-F238E27FC236}">
                    <a16:creationId xmlns:a16="http://schemas.microsoft.com/office/drawing/2014/main" id="{5181878C-CAD3-B1A8-A9BF-7E068B961FC0}"/>
                  </a:ext>
                </a:extLst>
              </p:cNvPr>
              <p:cNvGrpSpPr/>
              <p:nvPr/>
            </p:nvGrpSpPr>
            <p:grpSpPr>
              <a:xfrm>
                <a:off x="5768391" y="5099287"/>
                <a:ext cx="1050563" cy="1152950"/>
                <a:chOff x="3721102" y="3890964"/>
                <a:chExt cx="749300" cy="822326"/>
              </a:xfrm>
              <a:grpFill/>
            </p:grpSpPr>
            <p:sp>
              <p:nvSpPr>
                <p:cNvPr id="135" name="Freeform 43">
                  <a:extLst>
                    <a:ext uri="{FF2B5EF4-FFF2-40B4-BE49-F238E27FC236}">
                      <a16:creationId xmlns:a16="http://schemas.microsoft.com/office/drawing/2014/main" id="{D5C62A0E-8F36-0D69-6F73-F28A2BBC064F}"/>
                    </a:ext>
                  </a:extLst>
                </p:cNvPr>
                <p:cNvSpPr/>
                <p:nvPr/>
              </p:nvSpPr>
              <p:spPr bwMode="auto">
                <a:xfrm>
                  <a:off x="3746502" y="4470403"/>
                  <a:ext cx="698500" cy="66675"/>
                </a:xfrm>
                <a:custGeom>
                  <a:avLst/>
                  <a:gdLst>
                    <a:gd name="T0" fmla="*/ 11 w 226"/>
                    <a:gd name="T1" fmla="*/ 22 h 22"/>
                    <a:gd name="T2" fmla="*/ 215 w 226"/>
                    <a:gd name="T3" fmla="*/ 22 h 22"/>
                    <a:gd name="T4" fmla="*/ 226 w 226"/>
                    <a:gd name="T5" fmla="*/ 0 h 22"/>
                    <a:gd name="T6" fmla="*/ 0 w 226"/>
                    <a:gd name="T7" fmla="*/ 0 h 22"/>
                    <a:gd name="T8" fmla="*/ 11 w 226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6" h="22">
                      <a:moveTo>
                        <a:pt x="11" y="22"/>
                      </a:moveTo>
                      <a:cubicBezTo>
                        <a:pt x="215" y="22"/>
                        <a:pt x="215" y="22"/>
                        <a:pt x="215" y="22"/>
                      </a:cubicBezTo>
                      <a:cubicBezTo>
                        <a:pt x="220" y="15"/>
                        <a:pt x="223" y="8"/>
                        <a:pt x="22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8"/>
                        <a:pt x="7" y="15"/>
                        <a:pt x="11" y="2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6" name="Freeform 44">
                  <a:extLst>
                    <a:ext uri="{FF2B5EF4-FFF2-40B4-BE49-F238E27FC236}">
                      <a16:creationId xmlns:a16="http://schemas.microsoft.com/office/drawing/2014/main" id="{62449FD6-8063-DB93-4778-F58C2F56D1EE}"/>
                    </a:ext>
                  </a:extLst>
                </p:cNvPr>
                <p:cNvSpPr/>
                <p:nvPr/>
              </p:nvSpPr>
              <p:spPr bwMode="auto">
                <a:xfrm>
                  <a:off x="3835402" y="4608515"/>
                  <a:ext cx="519112" cy="104775"/>
                </a:xfrm>
                <a:custGeom>
                  <a:avLst/>
                  <a:gdLst>
                    <a:gd name="T0" fmla="*/ 84 w 168"/>
                    <a:gd name="T1" fmla="*/ 34 h 34"/>
                    <a:gd name="T2" fmla="*/ 168 w 168"/>
                    <a:gd name="T3" fmla="*/ 0 h 34"/>
                    <a:gd name="T4" fmla="*/ 0 w 168"/>
                    <a:gd name="T5" fmla="*/ 0 h 34"/>
                    <a:gd name="T6" fmla="*/ 84 w 168"/>
                    <a:gd name="T7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8" h="34">
                      <a:moveTo>
                        <a:pt x="84" y="34"/>
                      </a:moveTo>
                      <a:cubicBezTo>
                        <a:pt x="117" y="34"/>
                        <a:pt x="146" y="21"/>
                        <a:pt x="16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21"/>
                        <a:pt x="51" y="34"/>
                        <a:pt x="84" y="3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7" name="Freeform 45">
                  <a:extLst>
                    <a:ext uri="{FF2B5EF4-FFF2-40B4-BE49-F238E27FC236}">
                      <a16:creationId xmlns:a16="http://schemas.microsoft.com/office/drawing/2014/main" id="{455D3EEF-6144-7417-ECCF-ECEF6081633C}"/>
                    </a:ext>
                  </a:extLst>
                </p:cNvPr>
                <p:cNvSpPr/>
                <p:nvPr/>
              </p:nvSpPr>
              <p:spPr bwMode="auto">
                <a:xfrm>
                  <a:off x="3721102" y="3890964"/>
                  <a:ext cx="749300" cy="508000"/>
                </a:xfrm>
                <a:custGeom>
                  <a:avLst/>
                  <a:gdLst>
                    <a:gd name="T0" fmla="*/ 242 w 242"/>
                    <a:gd name="T1" fmla="*/ 0 h 165"/>
                    <a:gd name="T2" fmla="*/ 0 w 242"/>
                    <a:gd name="T3" fmla="*/ 0 h 165"/>
                    <a:gd name="T4" fmla="*/ 0 w 242"/>
                    <a:gd name="T5" fmla="*/ 146 h 165"/>
                    <a:gd name="T6" fmla="*/ 2 w 242"/>
                    <a:gd name="T7" fmla="*/ 165 h 165"/>
                    <a:gd name="T8" fmla="*/ 240 w 242"/>
                    <a:gd name="T9" fmla="*/ 165 h 165"/>
                    <a:gd name="T10" fmla="*/ 242 w 242"/>
                    <a:gd name="T11" fmla="*/ 146 h 165"/>
                    <a:gd name="T12" fmla="*/ 242 w 242"/>
                    <a:gd name="T13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1" h="165">
                      <a:moveTo>
                        <a:pt x="24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46"/>
                        <a:pt x="0" y="146"/>
                        <a:pt x="0" y="146"/>
                      </a:cubicBezTo>
                      <a:cubicBezTo>
                        <a:pt x="0" y="153"/>
                        <a:pt x="1" y="159"/>
                        <a:pt x="2" y="165"/>
                      </a:cubicBezTo>
                      <a:cubicBezTo>
                        <a:pt x="240" y="165"/>
                        <a:pt x="240" y="165"/>
                        <a:pt x="240" y="165"/>
                      </a:cubicBezTo>
                      <a:cubicBezTo>
                        <a:pt x="241" y="159"/>
                        <a:pt x="242" y="153"/>
                        <a:pt x="242" y="146"/>
                      </a:cubicBezTo>
                      <a:lnTo>
                        <a:pt x="24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2800" b="1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Admin</a:t>
                  </a:r>
                </a:p>
                <a:p>
                  <a:pPr algn="ctr">
                    <a:lnSpc>
                      <a:spcPct val="150000"/>
                    </a:lnSpc>
                  </a:pPr>
                  <a:endParaRPr lang="en-US" sz="2400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2" name="Group 47">
                <a:extLst>
                  <a:ext uri="{FF2B5EF4-FFF2-40B4-BE49-F238E27FC236}">
                    <a16:creationId xmlns:a16="http://schemas.microsoft.com/office/drawing/2014/main" id="{9454EF88-B3BC-9908-20A6-954729B0FBAF}"/>
                  </a:ext>
                </a:extLst>
              </p:cNvPr>
              <p:cNvGrpSpPr/>
              <p:nvPr/>
            </p:nvGrpSpPr>
            <p:grpSpPr>
              <a:xfrm>
                <a:off x="6150652" y="2038488"/>
                <a:ext cx="499024" cy="625698"/>
                <a:chOff x="5106627" y="2260366"/>
                <a:chExt cx="324452" cy="406813"/>
              </a:xfrm>
              <a:grpFill/>
            </p:grpSpPr>
            <p:sp>
              <p:nvSpPr>
                <p:cNvPr id="131" name="Freeform 80">
                  <a:extLst>
                    <a:ext uri="{FF2B5EF4-FFF2-40B4-BE49-F238E27FC236}">
                      <a16:creationId xmlns:a16="http://schemas.microsoft.com/office/drawing/2014/main" id="{DD42473B-F8D1-C68E-9983-EDB7D4C18B0C}"/>
                    </a:ext>
                  </a:extLst>
                </p:cNvPr>
                <p:cNvSpPr/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2" name="Freeform 81">
                  <a:extLst>
                    <a:ext uri="{FF2B5EF4-FFF2-40B4-BE49-F238E27FC236}">
                      <a16:creationId xmlns:a16="http://schemas.microsoft.com/office/drawing/2014/main" id="{3E707A9E-A9CF-74AF-FDB8-EB93209CE60F}"/>
                    </a:ext>
                  </a:extLst>
                </p:cNvPr>
                <p:cNvSpPr/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3" name="Freeform 82">
                  <a:extLst>
                    <a:ext uri="{FF2B5EF4-FFF2-40B4-BE49-F238E27FC236}">
                      <a16:creationId xmlns:a16="http://schemas.microsoft.com/office/drawing/2014/main" id="{74254626-AA9F-224A-A6E0-085296A643F8}"/>
                    </a:ext>
                  </a:extLst>
                </p:cNvPr>
                <p:cNvSpPr/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4" name="Oval 83">
                  <a:extLst>
                    <a:ext uri="{FF2B5EF4-FFF2-40B4-BE49-F238E27FC236}">
                      <a16:creationId xmlns:a16="http://schemas.microsoft.com/office/drawing/2014/main" id="{2EC6E81D-5D75-24CE-7C98-C93991EA4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3" name="Group 52">
                <a:extLst>
                  <a:ext uri="{FF2B5EF4-FFF2-40B4-BE49-F238E27FC236}">
                    <a16:creationId xmlns:a16="http://schemas.microsoft.com/office/drawing/2014/main" id="{D8A6D19B-4A42-D7C3-2173-79CE69FF3A95}"/>
                  </a:ext>
                </a:extLst>
              </p:cNvPr>
              <p:cNvGrpSpPr/>
              <p:nvPr/>
            </p:nvGrpSpPr>
            <p:grpSpPr>
              <a:xfrm>
                <a:off x="6441708" y="3308316"/>
                <a:ext cx="460638" cy="598829"/>
                <a:chOff x="6421904" y="4798576"/>
                <a:chExt cx="299494" cy="389342"/>
              </a:xfrm>
              <a:grpFill/>
            </p:grpSpPr>
            <p:sp>
              <p:nvSpPr>
                <p:cNvPr id="129" name="Freeform 170">
                  <a:extLst>
                    <a:ext uri="{FF2B5EF4-FFF2-40B4-BE49-F238E27FC236}">
                      <a16:creationId xmlns:a16="http://schemas.microsoft.com/office/drawing/2014/main" id="{0F1EACFB-DF2A-F271-DDFE-BBCD1E7AADF7}"/>
                    </a:ext>
                  </a:extLst>
                </p:cNvPr>
                <p:cNvSpPr/>
                <p:nvPr/>
              </p:nvSpPr>
              <p:spPr bwMode="auto">
                <a:xfrm>
                  <a:off x="6421904" y="4910886"/>
                  <a:ext cx="299494" cy="277032"/>
                </a:xfrm>
                <a:custGeom>
                  <a:avLst/>
                  <a:gdLst>
                    <a:gd name="T0" fmla="*/ 45 w 90"/>
                    <a:gd name="T1" fmla="*/ 83 h 83"/>
                    <a:gd name="T2" fmla="*/ 90 w 90"/>
                    <a:gd name="T3" fmla="*/ 0 h 83"/>
                    <a:gd name="T4" fmla="*/ 0 w 90"/>
                    <a:gd name="T5" fmla="*/ 0 h 83"/>
                    <a:gd name="T6" fmla="*/ 45 w 90"/>
                    <a:gd name="T7" fmla="*/ 8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" h="83">
                      <a:moveTo>
                        <a:pt x="45" y="83"/>
                      </a:moveTo>
                      <a:cubicBezTo>
                        <a:pt x="90" y="59"/>
                        <a:pt x="90" y="0"/>
                        <a:pt x="9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59"/>
                        <a:pt x="45" y="8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0" name="Freeform 171">
                  <a:extLst>
                    <a:ext uri="{FF2B5EF4-FFF2-40B4-BE49-F238E27FC236}">
                      <a16:creationId xmlns:a16="http://schemas.microsoft.com/office/drawing/2014/main" id="{04040A3A-4583-DEBE-63EF-0D9D9F6D8AA0}"/>
                    </a:ext>
                  </a:extLst>
                </p:cNvPr>
                <p:cNvSpPr/>
                <p:nvPr/>
              </p:nvSpPr>
              <p:spPr bwMode="auto">
                <a:xfrm>
                  <a:off x="6421904" y="4798576"/>
                  <a:ext cx="299494" cy="94840"/>
                </a:xfrm>
                <a:custGeom>
                  <a:avLst/>
                  <a:gdLst>
                    <a:gd name="T0" fmla="*/ 84 w 90"/>
                    <a:gd name="T1" fmla="*/ 0 h 29"/>
                    <a:gd name="T2" fmla="*/ 68 w 90"/>
                    <a:gd name="T3" fmla="*/ 16 h 29"/>
                    <a:gd name="T4" fmla="*/ 52 w 90"/>
                    <a:gd name="T5" fmla="*/ 0 h 29"/>
                    <a:gd name="T6" fmla="*/ 39 w 90"/>
                    <a:gd name="T7" fmla="*/ 0 h 29"/>
                    <a:gd name="T8" fmla="*/ 23 w 90"/>
                    <a:gd name="T9" fmla="*/ 16 h 29"/>
                    <a:gd name="T10" fmla="*/ 7 w 90"/>
                    <a:gd name="T11" fmla="*/ 0 h 29"/>
                    <a:gd name="T12" fmla="*/ 0 w 90"/>
                    <a:gd name="T13" fmla="*/ 0 h 29"/>
                    <a:gd name="T14" fmla="*/ 0 w 90"/>
                    <a:gd name="T15" fmla="*/ 29 h 29"/>
                    <a:gd name="T16" fmla="*/ 90 w 90"/>
                    <a:gd name="T17" fmla="*/ 29 h 29"/>
                    <a:gd name="T18" fmla="*/ 90 w 90"/>
                    <a:gd name="T19" fmla="*/ 0 h 29"/>
                    <a:gd name="T20" fmla="*/ 84 w 90"/>
                    <a:gd name="T2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0" h="28">
                      <a:moveTo>
                        <a:pt x="84" y="0"/>
                      </a:moveTo>
                      <a:cubicBezTo>
                        <a:pt x="84" y="9"/>
                        <a:pt x="77" y="16"/>
                        <a:pt x="68" y="16"/>
                      </a:cubicBezTo>
                      <a:cubicBezTo>
                        <a:pt x="59" y="16"/>
                        <a:pt x="52" y="9"/>
                        <a:pt x="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9"/>
                        <a:pt x="32" y="16"/>
                        <a:pt x="23" y="16"/>
                      </a:cubicBezTo>
                      <a:cubicBezTo>
                        <a:pt x="14" y="16"/>
                        <a:pt x="7" y="9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90" y="29"/>
                        <a:pt x="90" y="29"/>
                        <a:pt x="90" y="29"/>
                      </a:cubicBezTo>
                      <a:cubicBezTo>
                        <a:pt x="90" y="0"/>
                        <a:pt x="90" y="0"/>
                        <a:pt x="90" y="0"/>
                      </a:cubicBezTo>
                      <a:lnTo>
                        <a:pt x="84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4" name="Group 55">
                <a:extLst>
                  <a:ext uri="{FF2B5EF4-FFF2-40B4-BE49-F238E27FC236}">
                    <a16:creationId xmlns:a16="http://schemas.microsoft.com/office/drawing/2014/main" id="{6FCA8686-3513-93DD-48AC-5283F70A35EF}"/>
                  </a:ext>
                </a:extLst>
              </p:cNvPr>
              <p:cNvGrpSpPr/>
              <p:nvPr/>
            </p:nvGrpSpPr>
            <p:grpSpPr>
              <a:xfrm>
                <a:off x="5251794" y="3052208"/>
                <a:ext cx="496378" cy="488500"/>
                <a:chOff x="1587575" y="2265358"/>
                <a:chExt cx="314468" cy="309477"/>
              </a:xfrm>
              <a:grpFill/>
            </p:grpSpPr>
            <p:sp>
              <p:nvSpPr>
                <p:cNvPr id="127" name="Freeform 59">
                  <a:extLst>
                    <a:ext uri="{FF2B5EF4-FFF2-40B4-BE49-F238E27FC236}">
                      <a16:creationId xmlns:a16="http://schemas.microsoft.com/office/drawing/2014/main" id="{072B9C25-7C9D-42F1-33A0-F387F5ACB9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87575" y="2265358"/>
                  <a:ext cx="314468" cy="309477"/>
                </a:xfrm>
                <a:custGeom>
                  <a:avLst/>
                  <a:gdLst>
                    <a:gd name="T0" fmla="*/ 82 w 95"/>
                    <a:gd name="T1" fmla="*/ 57 h 93"/>
                    <a:gd name="T2" fmla="*/ 95 w 95"/>
                    <a:gd name="T3" fmla="*/ 51 h 93"/>
                    <a:gd name="T4" fmla="*/ 95 w 95"/>
                    <a:gd name="T5" fmla="*/ 41 h 93"/>
                    <a:gd name="T6" fmla="*/ 82 w 95"/>
                    <a:gd name="T7" fmla="*/ 36 h 93"/>
                    <a:gd name="T8" fmla="*/ 80 w 95"/>
                    <a:gd name="T9" fmla="*/ 30 h 93"/>
                    <a:gd name="T10" fmla="*/ 85 w 95"/>
                    <a:gd name="T11" fmla="*/ 17 h 93"/>
                    <a:gd name="T12" fmla="*/ 77 w 95"/>
                    <a:gd name="T13" fmla="*/ 10 h 93"/>
                    <a:gd name="T14" fmla="*/ 64 w 95"/>
                    <a:gd name="T15" fmla="*/ 15 h 93"/>
                    <a:gd name="T16" fmla="*/ 59 w 95"/>
                    <a:gd name="T17" fmla="*/ 13 h 93"/>
                    <a:gd name="T18" fmla="*/ 53 w 95"/>
                    <a:gd name="T19" fmla="*/ 0 h 93"/>
                    <a:gd name="T20" fmla="*/ 42 w 95"/>
                    <a:gd name="T21" fmla="*/ 0 h 93"/>
                    <a:gd name="T22" fmla="*/ 37 w 95"/>
                    <a:gd name="T23" fmla="*/ 13 h 93"/>
                    <a:gd name="T24" fmla="*/ 31 w 95"/>
                    <a:gd name="T25" fmla="*/ 15 h 93"/>
                    <a:gd name="T26" fmla="*/ 18 w 95"/>
                    <a:gd name="T27" fmla="*/ 10 h 93"/>
                    <a:gd name="T28" fmla="*/ 10 w 95"/>
                    <a:gd name="T29" fmla="*/ 17 h 93"/>
                    <a:gd name="T30" fmla="*/ 16 w 95"/>
                    <a:gd name="T31" fmla="*/ 30 h 93"/>
                    <a:gd name="T32" fmla="*/ 13 w 95"/>
                    <a:gd name="T33" fmla="*/ 36 h 93"/>
                    <a:gd name="T34" fmla="*/ 0 w 95"/>
                    <a:gd name="T35" fmla="*/ 41 h 93"/>
                    <a:gd name="T36" fmla="*/ 0 w 95"/>
                    <a:gd name="T37" fmla="*/ 52 h 93"/>
                    <a:gd name="T38" fmla="*/ 13 w 95"/>
                    <a:gd name="T39" fmla="*/ 57 h 93"/>
                    <a:gd name="T40" fmla="*/ 16 w 95"/>
                    <a:gd name="T41" fmla="*/ 63 h 93"/>
                    <a:gd name="T42" fmla="*/ 11 w 95"/>
                    <a:gd name="T43" fmla="*/ 76 h 93"/>
                    <a:gd name="T44" fmla="*/ 18 w 95"/>
                    <a:gd name="T45" fmla="*/ 83 h 93"/>
                    <a:gd name="T46" fmla="*/ 31 w 95"/>
                    <a:gd name="T47" fmla="*/ 78 h 93"/>
                    <a:gd name="T48" fmla="*/ 37 w 95"/>
                    <a:gd name="T49" fmla="*/ 80 h 93"/>
                    <a:gd name="T50" fmla="*/ 43 w 95"/>
                    <a:gd name="T51" fmla="*/ 93 h 93"/>
                    <a:gd name="T52" fmla="*/ 53 w 95"/>
                    <a:gd name="T53" fmla="*/ 93 h 93"/>
                    <a:gd name="T54" fmla="*/ 59 w 95"/>
                    <a:gd name="T55" fmla="*/ 80 h 93"/>
                    <a:gd name="T56" fmla="*/ 64 w 95"/>
                    <a:gd name="T57" fmla="*/ 78 h 93"/>
                    <a:gd name="T58" fmla="*/ 78 w 95"/>
                    <a:gd name="T59" fmla="*/ 83 h 93"/>
                    <a:gd name="T60" fmla="*/ 85 w 95"/>
                    <a:gd name="T61" fmla="*/ 75 h 93"/>
                    <a:gd name="T62" fmla="*/ 80 w 95"/>
                    <a:gd name="T63" fmla="*/ 63 h 93"/>
                    <a:gd name="T64" fmla="*/ 82 w 95"/>
                    <a:gd name="T65" fmla="*/ 57 h 93"/>
                    <a:gd name="T66" fmla="*/ 48 w 95"/>
                    <a:gd name="T67" fmla="*/ 61 h 93"/>
                    <a:gd name="T68" fmla="*/ 33 w 95"/>
                    <a:gd name="T69" fmla="*/ 46 h 93"/>
                    <a:gd name="T70" fmla="*/ 48 w 95"/>
                    <a:gd name="T71" fmla="*/ 32 h 93"/>
                    <a:gd name="T72" fmla="*/ 63 w 95"/>
                    <a:gd name="T73" fmla="*/ 46 h 93"/>
                    <a:gd name="T74" fmla="*/ 48 w 95"/>
                    <a:gd name="T75" fmla="*/ 61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95" h="93">
                      <a:moveTo>
                        <a:pt x="82" y="57"/>
                      </a:moveTo>
                      <a:cubicBezTo>
                        <a:pt x="82" y="57"/>
                        <a:pt x="95" y="52"/>
                        <a:pt x="95" y="51"/>
                      </a:cubicBezTo>
                      <a:cubicBezTo>
                        <a:pt x="95" y="41"/>
                        <a:pt x="95" y="41"/>
                        <a:pt x="95" y="41"/>
                      </a:cubicBezTo>
                      <a:cubicBezTo>
                        <a:pt x="95" y="40"/>
                        <a:pt x="82" y="36"/>
                        <a:pt x="82" y="36"/>
                      </a:cubicBezTo>
                      <a:cubicBezTo>
                        <a:pt x="80" y="30"/>
                        <a:pt x="80" y="30"/>
                        <a:pt x="80" y="30"/>
                      </a:cubicBezTo>
                      <a:cubicBezTo>
                        <a:pt x="80" y="30"/>
                        <a:pt x="85" y="17"/>
                        <a:pt x="85" y="17"/>
                      </a:cubicBezTo>
                      <a:cubicBezTo>
                        <a:pt x="77" y="10"/>
                        <a:pt x="77" y="10"/>
                        <a:pt x="77" y="10"/>
                      </a:cubicBezTo>
                      <a:cubicBezTo>
                        <a:pt x="77" y="9"/>
                        <a:pt x="64" y="15"/>
                        <a:pt x="64" y="15"/>
                      </a:cubicBezTo>
                      <a:cubicBezTo>
                        <a:pt x="59" y="13"/>
                        <a:pt x="59" y="13"/>
                        <a:pt x="59" y="13"/>
                      </a:cubicBezTo>
                      <a:cubicBezTo>
                        <a:pt x="59" y="13"/>
                        <a:pt x="53" y="0"/>
                        <a:pt x="53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2" y="0"/>
                        <a:pt x="37" y="13"/>
                        <a:pt x="37" y="13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18" y="10"/>
                        <a:pt x="18" y="10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8"/>
                        <a:pt x="16" y="30"/>
                        <a:pt x="16" y="30"/>
                      </a:cubicBezTo>
                      <a:cubicBezTo>
                        <a:pt x="13" y="36"/>
                        <a:pt x="13" y="36"/>
                        <a:pt x="13" y="36"/>
                      </a:cubicBezTo>
                      <a:cubicBezTo>
                        <a:pt x="13" y="36"/>
                        <a:pt x="0" y="41"/>
                        <a:pt x="0" y="41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52"/>
                        <a:pt x="13" y="57"/>
                        <a:pt x="13" y="57"/>
                      </a:cubicBezTo>
                      <a:cubicBezTo>
                        <a:pt x="16" y="63"/>
                        <a:pt x="16" y="63"/>
                        <a:pt x="16" y="63"/>
                      </a:cubicBezTo>
                      <a:cubicBezTo>
                        <a:pt x="16" y="63"/>
                        <a:pt x="10" y="75"/>
                        <a:pt x="11" y="76"/>
                      </a:cubicBezTo>
                      <a:cubicBezTo>
                        <a:pt x="18" y="83"/>
                        <a:pt x="18" y="83"/>
                        <a:pt x="18" y="83"/>
                      </a:cubicBezTo>
                      <a:cubicBezTo>
                        <a:pt x="19" y="84"/>
                        <a:pt x="31" y="78"/>
                        <a:pt x="31" y="78"/>
                      </a:cubicBezTo>
                      <a:cubicBezTo>
                        <a:pt x="37" y="80"/>
                        <a:pt x="37" y="80"/>
                        <a:pt x="37" y="80"/>
                      </a:cubicBezTo>
                      <a:cubicBezTo>
                        <a:pt x="37" y="80"/>
                        <a:pt x="42" y="93"/>
                        <a:pt x="43" y="93"/>
                      </a:cubicBezTo>
                      <a:cubicBezTo>
                        <a:pt x="53" y="93"/>
                        <a:pt x="53" y="93"/>
                        <a:pt x="53" y="93"/>
                      </a:cubicBezTo>
                      <a:cubicBezTo>
                        <a:pt x="54" y="93"/>
                        <a:pt x="59" y="80"/>
                        <a:pt x="59" y="80"/>
                      </a:cubicBezTo>
                      <a:cubicBezTo>
                        <a:pt x="64" y="78"/>
                        <a:pt x="64" y="78"/>
                        <a:pt x="64" y="78"/>
                      </a:cubicBezTo>
                      <a:cubicBezTo>
                        <a:pt x="64" y="78"/>
                        <a:pt x="77" y="83"/>
                        <a:pt x="78" y="83"/>
                      </a:cubicBezTo>
                      <a:cubicBezTo>
                        <a:pt x="85" y="75"/>
                        <a:pt x="85" y="75"/>
                        <a:pt x="85" y="75"/>
                      </a:cubicBezTo>
                      <a:cubicBezTo>
                        <a:pt x="86" y="75"/>
                        <a:pt x="80" y="63"/>
                        <a:pt x="80" y="63"/>
                      </a:cubicBezTo>
                      <a:lnTo>
                        <a:pt x="82" y="57"/>
                      </a:lnTo>
                      <a:close/>
                      <a:moveTo>
                        <a:pt x="48" y="61"/>
                      </a:moveTo>
                      <a:cubicBezTo>
                        <a:pt x="39" y="61"/>
                        <a:pt x="33" y="55"/>
                        <a:pt x="33" y="46"/>
                      </a:cubicBezTo>
                      <a:cubicBezTo>
                        <a:pt x="33" y="38"/>
                        <a:pt x="39" y="32"/>
                        <a:pt x="48" y="32"/>
                      </a:cubicBezTo>
                      <a:cubicBezTo>
                        <a:pt x="56" y="32"/>
                        <a:pt x="63" y="38"/>
                        <a:pt x="63" y="46"/>
                      </a:cubicBezTo>
                      <a:cubicBezTo>
                        <a:pt x="63" y="55"/>
                        <a:pt x="56" y="61"/>
                        <a:pt x="48" y="6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8" name="Oval 60">
                  <a:extLst>
                    <a:ext uri="{FF2B5EF4-FFF2-40B4-BE49-F238E27FC236}">
                      <a16:creationId xmlns:a16="http://schemas.microsoft.com/office/drawing/2014/main" id="{484AF9E5-9D0E-E1D4-2BF5-A61B44715B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2364" y="2387652"/>
                  <a:ext cx="64890" cy="6239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5" name="Group 58">
                <a:extLst>
                  <a:ext uri="{FF2B5EF4-FFF2-40B4-BE49-F238E27FC236}">
                    <a16:creationId xmlns:a16="http://schemas.microsoft.com/office/drawing/2014/main" id="{02B0B5A5-E6C9-79CE-CEE6-CFF664F9926F}"/>
                  </a:ext>
                </a:extLst>
              </p:cNvPr>
              <p:cNvGrpSpPr/>
              <p:nvPr/>
            </p:nvGrpSpPr>
            <p:grpSpPr>
              <a:xfrm>
                <a:off x="5744390" y="4355741"/>
                <a:ext cx="575257" cy="424906"/>
                <a:chOff x="2563427" y="3717902"/>
                <a:chExt cx="439257" cy="324452"/>
              </a:xfrm>
              <a:grpFill/>
            </p:grpSpPr>
            <p:sp>
              <p:nvSpPr>
                <p:cNvPr id="124" name="Freeform 92">
                  <a:extLst>
                    <a:ext uri="{FF2B5EF4-FFF2-40B4-BE49-F238E27FC236}">
                      <a16:creationId xmlns:a16="http://schemas.microsoft.com/office/drawing/2014/main" id="{106B4802-01E1-09D8-3BF1-97F6A174AEA8}"/>
                    </a:ext>
                  </a:extLst>
                </p:cNvPr>
                <p:cNvSpPr/>
                <p:nvPr/>
              </p:nvSpPr>
              <p:spPr bwMode="auto">
                <a:xfrm>
                  <a:off x="2720660" y="3942523"/>
                  <a:ext cx="127286" cy="99831"/>
                </a:xfrm>
                <a:custGeom>
                  <a:avLst/>
                  <a:gdLst>
                    <a:gd name="T0" fmla="*/ 37 w 38"/>
                    <a:gd name="T1" fmla="*/ 10 h 30"/>
                    <a:gd name="T2" fmla="*/ 1 w 38"/>
                    <a:gd name="T3" fmla="*/ 11 h 30"/>
                    <a:gd name="T4" fmla="*/ 1 w 38"/>
                    <a:gd name="T5" fmla="*/ 13 h 30"/>
                    <a:gd name="T6" fmla="*/ 19 w 38"/>
                    <a:gd name="T7" fmla="*/ 30 h 30"/>
                    <a:gd name="T8" fmla="*/ 36 w 38"/>
                    <a:gd name="T9" fmla="*/ 13 h 30"/>
                    <a:gd name="T10" fmla="*/ 37 w 38"/>
                    <a:gd name="T11" fmla="*/ 1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8" h="30">
                      <a:moveTo>
                        <a:pt x="37" y="10"/>
                      </a:moveTo>
                      <a:cubicBezTo>
                        <a:pt x="26" y="1"/>
                        <a:pt x="12" y="0"/>
                        <a:pt x="1" y="11"/>
                      </a:cubicBezTo>
                      <a:cubicBezTo>
                        <a:pt x="1" y="11"/>
                        <a:pt x="0" y="12"/>
                        <a:pt x="1" y="13"/>
                      </a:cubicBezTo>
                      <a:cubicBezTo>
                        <a:pt x="19" y="30"/>
                        <a:pt x="19" y="30"/>
                        <a:pt x="19" y="30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8" y="11"/>
                        <a:pt x="37" y="11"/>
                        <a:pt x="37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5" name="Freeform 93">
                  <a:extLst>
                    <a:ext uri="{FF2B5EF4-FFF2-40B4-BE49-F238E27FC236}">
                      <a16:creationId xmlns:a16="http://schemas.microsoft.com/office/drawing/2014/main" id="{296B3E60-310E-8EC8-783C-B793B037AA58}"/>
                    </a:ext>
                  </a:extLst>
                </p:cNvPr>
                <p:cNvSpPr/>
                <p:nvPr/>
              </p:nvSpPr>
              <p:spPr bwMode="auto">
                <a:xfrm>
                  <a:off x="2638300" y="3830213"/>
                  <a:ext cx="292007" cy="129781"/>
                </a:xfrm>
                <a:custGeom>
                  <a:avLst/>
                  <a:gdLst>
                    <a:gd name="T0" fmla="*/ 87 w 88"/>
                    <a:gd name="T1" fmla="*/ 23 h 39"/>
                    <a:gd name="T2" fmla="*/ 0 w 88"/>
                    <a:gd name="T3" fmla="*/ 24 h 39"/>
                    <a:gd name="T4" fmla="*/ 0 w 88"/>
                    <a:gd name="T5" fmla="*/ 26 h 39"/>
                    <a:gd name="T6" fmla="*/ 13 w 88"/>
                    <a:gd name="T7" fmla="*/ 38 h 39"/>
                    <a:gd name="T8" fmla="*/ 15 w 88"/>
                    <a:gd name="T9" fmla="*/ 38 h 39"/>
                    <a:gd name="T10" fmla="*/ 73 w 88"/>
                    <a:gd name="T11" fmla="*/ 38 h 39"/>
                    <a:gd name="T12" fmla="*/ 75 w 88"/>
                    <a:gd name="T13" fmla="*/ 38 h 39"/>
                    <a:gd name="T14" fmla="*/ 88 w 88"/>
                    <a:gd name="T15" fmla="*/ 26 h 39"/>
                    <a:gd name="T16" fmla="*/ 88 w 88"/>
                    <a:gd name="T17" fmla="*/ 26 h 39"/>
                    <a:gd name="T18" fmla="*/ 88 w 88"/>
                    <a:gd name="T19" fmla="*/ 24 h 39"/>
                    <a:gd name="T20" fmla="*/ 87 w 88"/>
                    <a:gd name="T21" fmla="*/ 23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39">
                      <a:moveTo>
                        <a:pt x="87" y="23"/>
                      </a:moveTo>
                      <a:cubicBezTo>
                        <a:pt x="63" y="0"/>
                        <a:pt x="24" y="0"/>
                        <a:pt x="0" y="24"/>
                      </a:cubicBezTo>
                      <a:cubicBezTo>
                        <a:pt x="0" y="24"/>
                        <a:pt x="0" y="25"/>
                        <a:pt x="0" y="26"/>
                      </a:cubicBezTo>
                      <a:cubicBezTo>
                        <a:pt x="13" y="38"/>
                        <a:pt x="13" y="38"/>
                        <a:pt x="13" y="38"/>
                      </a:cubicBezTo>
                      <a:cubicBezTo>
                        <a:pt x="13" y="39"/>
                        <a:pt x="14" y="39"/>
                        <a:pt x="15" y="38"/>
                      </a:cubicBezTo>
                      <a:cubicBezTo>
                        <a:pt x="31" y="22"/>
                        <a:pt x="57" y="22"/>
                        <a:pt x="73" y="38"/>
                      </a:cubicBezTo>
                      <a:cubicBezTo>
                        <a:pt x="74" y="39"/>
                        <a:pt x="75" y="39"/>
                        <a:pt x="75" y="38"/>
                      </a:cubicBezTo>
                      <a:cubicBezTo>
                        <a:pt x="88" y="26"/>
                        <a:pt x="88" y="26"/>
                        <a:pt x="88" y="26"/>
                      </a:cubicBezTo>
                      <a:cubicBezTo>
                        <a:pt x="88" y="26"/>
                        <a:pt x="88" y="26"/>
                        <a:pt x="88" y="26"/>
                      </a:cubicBezTo>
                      <a:cubicBezTo>
                        <a:pt x="88" y="25"/>
                        <a:pt x="88" y="24"/>
                        <a:pt x="88" y="24"/>
                      </a:cubicBezTo>
                      <a:lnTo>
                        <a:pt x="87" y="2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6" name="Freeform 94">
                  <a:extLst>
                    <a:ext uri="{FF2B5EF4-FFF2-40B4-BE49-F238E27FC236}">
                      <a16:creationId xmlns:a16="http://schemas.microsoft.com/office/drawing/2014/main" id="{3AEDC213-5915-B7AE-CBDB-04D9E8D0B906}"/>
                    </a:ext>
                  </a:extLst>
                </p:cNvPr>
                <p:cNvSpPr/>
                <p:nvPr/>
              </p:nvSpPr>
              <p:spPr bwMode="auto">
                <a:xfrm>
                  <a:off x="2563427" y="3717902"/>
                  <a:ext cx="439257" cy="169713"/>
                </a:xfrm>
                <a:custGeom>
                  <a:avLst/>
                  <a:gdLst>
                    <a:gd name="T0" fmla="*/ 131 w 132"/>
                    <a:gd name="T1" fmla="*/ 36 h 51"/>
                    <a:gd name="T2" fmla="*/ 131 w 132"/>
                    <a:gd name="T3" fmla="*/ 36 h 51"/>
                    <a:gd name="T4" fmla="*/ 1 w 132"/>
                    <a:gd name="T5" fmla="*/ 36 h 51"/>
                    <a:gd name="T6" fmla="*/ 1 w 132"/>
                    <a:gd name="T7" fmla="*/ 38 h 51"/>
                    <a:gd name="T8" fmla="*/ 14 w 132"/>
                    <a:gd name="T9" fmla="*/ 51 h 51"/>
                    <a:gd name="T10" fmla="*/ 16 w 132"/>
                    <a:gd name="T11" fmla="*/ 51 h 51"/>
                    <a:gd name="T12" fmla="*/ 116 w 132"/>
                    <a:gd name="T13" fmla="*/ 51 h 51"/>
                    <a:gd name="T14" fmla="*/ 118 w 132"/>
                    <a:gd name="T15" fmla="*/ 51 h 51"/>
                    <a:gd name="T16" fmla="*/ 131 w 132"/>
                    <a:gd name="T17" fmla="*/ 38 h 51"/>
                    <a:gd name="T18" fmla="*/ 131 w 132"/>
                    <a:gd name="T19" fmla="*/ 38 h 51"/>
                    <a:gd name="T20" fmla="*/ 131 w 132"/>
                    <a:gd name="T21" fmla="*/ 36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32" h="51">
                      <a:moveTo>
                        <a:pt x="131" y="36"/>
                      </a:moveTo>
                      <a:cubicBezTo>
                        <a:pt x="131" y="36"/>
                        <a:pt x="131" y="36"/>
                        <a:pt x="131" y="36"/>
                      </a:cubicBezTo>
                      <a:cubicBezTo>
                        <a:pt x="95" y="0"/>
                        <a:pt x="37" y="0"/>
                        <a:pt x="1" y="36"/>
                      </a:cubicBezTo>
                      <a:cubicBezTo>
                        <a:pt x="0" y="37"/>
                        <a:pt x="0" y="37"/>
                        <a:pt x="1" y="38"/>
                      </a:cubicBezTo>
                      <a:cubicBezTo>
                        <a:pt x="14" y="51"/>
                        <a:pt x="14" y="51"/>
                        <a:pt x="14" y="51"/>
                      </a:cubicBezTo>
                      <a:cubicBezTo>
                        <a:pt x="14" y="51"/>
                        <a:pt x="15" y="51"/>
                        <a:pt x="16" y="51"/>
                      </a:cubicBezTo>
                      <a:cubicBezTo>
                        <a:pt x="43" y="23"/>
                        <a:pt x="89" y="23"/>
                        <a:pt x="116" y="51"/>
                      </a:cubicBezTo>
                      <a:cubicBezTo>
                        <a:pt x="117" y="51"/>
                        <a:pt x="118" y="51"/>
                        <a:pt x="118" y="51"/>
                      </a:cubicBezTo>
                      <a:cubicBezTo>
                        <a:pt x="131" y="38"/>
                        <a:pt x="131" y="38"/>
                        <a:pt x="131" y="38"/>
                      </a:cubicBezTo>
                      <a:cubicBezTo>
                        <a:pt x="131" y="38"/>
                        <a:pt x="131" y="38"/>
                        <a:pt x="131" y="38"/>
                      </a:cubicBezTo>
                      <a:cubicBezTo>
                        <a:pt x="132" y="37"/>
                        <a:pt x="132" y="36"/>
                        <a:pt x="131" y="3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6" name="Group 62">
                <a:extLst>
                  <a:ext uri="{FF2B5EF4-FFF2-40B4-BE49-F238E27FC236}">
                    <a16:creationId xmlns:a16="http://schemas.microsoft.com/office/drawing/2014/main" id="{E5FFB99D-1F4B-899B-DF3C-E935B8DF913B}"/>
                  </a:ext>
                </a:extLst>
              </p:cNvPr>
              <p:cNvGrpSpPr/>
              <p:nvPr/>
            </p:nvGrpSpPr>
            <p:grpSpPr>
              <a:xfrm flipH="1">
                <a:off x="5365120" y="2254771"/>
                <a:ext cx="282785" cy="230109"/>
                <a:chOff x="1550139" y="1314466"/>
                <a:chExt cx="509139" cy="414300"/>
              </a:xfrm>
              <a:grpFill/>
            </p:grpSpPr>
            <p:sp>
              <p:nvSpPr>
                <p:cNvPr id="121" name="Freeform 5">
                  <a:extLst>
                    <a:ext uri="{FF2B5EF4-FFF2-40B4-BE49-F238E27FC236}">
                      <a16:creationId xmlns:a16="http://schemas.microsoft.com/office/drawing/2014/main" id="{6B5BD93F-813D-F6C3-5F59-BD89E5233FE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50139" y="1314466"/>
                  <a:ext cx="509139" cy="414300"/>
                </a:xfrm>
                <a:custGeom>
                  <a:avLst/>
                  <a:gdLst>
                    <a:gd name="T0" fmla="*/ 78 w 153"/>
                    <a:gd name="T1" fmla="*/ 0 h 125"/>
                    <a:gd name="T2" fmla="*/ 0 w 153"/>
                    <a:gd name="T3" fmla="*/ 69 h 125"/>
                    <a:gd name="T4" fmla="*/ 15 w 153"/>
                    <a:gd name="T5" fmla="*/ 69 h 125"/>
                    <a:gd name="T6" fmla="*/ 21 w 153"/>
                    <a:gd name="T7" fmla="*/ 64 h 125"/>
                    <a:gd name="T8" fmla="*/ 21 w 153"/>
                    <a:gd name="T9" fmla="*/ 121 h 125"/>
                    <a:gd name="T10" fmla="*/ 24 w 153"/>
                    <a:gd name="T11" fmla="*/ 125 h 125"/>
                    <a:gd name="T12" fmla="*/ 62 w 153"/>
                    <a:gd name="T13" fmla="*/ 125 h 125"/>
                    <a:gd name="T14" fmla="*/ 63 w 153"/>
                    <a:gd name="T15" fmla="*/ 93 h 125"/>
                    <a:gd name="T16" fmla="*/ 67 w 153"/>
                    <a:gd name="T17" fmla="*/ 88 h 125"/>
                    <a:gd name="T18" fmla="*/ 83 w 153"/>
                    <a:gd name="T19" fmla="*/ 88 h 125"/>
                    <a:gd name="T20" fmla="*/ 89 w 153"/>
                    <a:gd name="T21" fmla="*/ 93 h 125"/>
                    <a:gd name="T22" fmla="*/ 89 w 153"/>
                    <a:gd name="T23" fmla="*/ 125 h 125"/>
                    <a:gd name="T24" fmla="*/ 126 w 153"/>
                    <a:gd name="T25" fmla="*/ 125 h 125"/>
                    <a:gd name="T26" fmla="*/ 130 w 153"/>
                    <a:gd name="T27" fmla="*/ 120 h 125"/>
                    <a:gd name="T28" fmla="*/ 130 w 153"/>
                    <a:gd name="T29" fmla="*/ 63 h 125"/>
                    <a:gd name="T30" fmla="*/ 136 w 153"/>
                    <a:gd name="T31" fmla="*/ 69 h 125"/>
                    <a:gd name="T32" fmla="*/ 153 w 153"/>
                    <a:gd name="T33" fmla="*/ 69 h 125"/>
                    <a:gd name="T34" fmla="*/ 78 w 153"/>
                    <a:gd name="T35" fmla="*/ 0 h 125"/>
                    <a:gd name="T36" fmla="*/ 76 w 153"/>
                    <a:gd name="T37" fmla="*/ 76 h 125"/>
                    <a:gd name="T38" fmla="*/ 60 w 153"/>
                    <a:gd name="T39" fmla="*/ 60 h 125"/>
                    <a:gd name="T40" fmla="*/ 76 w 153"/>
                    <a:gd name="T41" fmla="*/ 43 h 125"/>
                    <a:gd name="T42" fmla="*/ 92 w 153"/>
                    <a:gd name="T43" fmla="*/ 60 h 125"/>
                    <a:gd name="T44" fmla="*/ 76 w 153"/>
                    <a:gd name="T45" fmla="*/ 7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" h="125">
                      <a:moveTo>
                        <a:pt x="78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69"/>
                        <a:pt x="5" y="78"/>
                        <a:pt x="15" y="69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21" y="121"/>
                        <a:pt x="21" y="125"/>
                        <a:pt x="24" y="125"/>
                      </a:cubicBezTo>
                      <a:cubicBezTo>
                        <a:pt x="28" y="125"/>
                        <a:pt x="62" y="125"/>
                        <a:pt x="62" y="125"/>
                      </a:cubicBezTo>
                      <a:cubicBezTo>
                        <a:pt x="63" y="93"/>
                        <a:pt x="63" y="93"/>
                        <a:pt x="63" y="93"/>
                      </a:cubicBezTo>
                      <a:cubicBezTo>
                        <a:pt x="63" y="93"/>
                        <a:pt x="62" y="88"/>
                        <a:pt x="67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9" y="88"/>
                        <a:pt x="89" y="93"/>
                        <a:pt x="89" y="93"/>
                      </a:cubicBezTo>
                      <a:cubicBezTo>
                        <a:pt x="89" y="125"/>
                        <a:pt x="89" y="125"/>
                        <a:pt x="89" y="125"/>
                      </a:cubicBezTo>
                      <a:cubicBezTo>
                        <a:pt x="89" y="125"/>
                        <a:pt x="121" y="125"/>
                        <a:pt x="126" y="125"/>
                      </a:cubicBezTo>
                      <a:cubicBezTo>
                        <a:pt x="131" y="125"/>
                        <a:pt x="130" y="120"/>
                        <a:pt x="130" y="120"/>
                      </a:cubicBezTo>
                      <a:cubicBezTo>
                        <a:pt x="130" y="63"/>
                        <a:pt x="130" y="63"/>
                        <a:pt x="130" y="63"/>
                      </a:cubicBezTo>
                      <a:cubicBezTo>
                        <a:pt x="136" y="69"/>
                        <a:pt x="136" y="69"/>
                        <a:pt x="136" y="69"/>
                      </a:cubicBezTo>
                      <a:cubicBezTo>
                        <a:pt x="148" y="77"/>
                        <a:pt x="153" y="69"/>
                        <a:pt x="153" y="69"/>
                      </a:cubicBezTo>
                      <a:lnTo>
                        <a:pt x="78" y="0"/>
                      </a:lnTo>
                      <a:close/>
                      <a:moveTo>
                        <a:pt x="76" y="76"/>
                      </a:moveTo>
                      <a:cubicBezTo>
                        <a:pt x="67" y="76"/>
                        <a:pt x="60" y="69"/>
                        <a:pt x="60" y="60"/>
                      </a:cubicBezTo>
                      <a:cubicBezTo>
                        <a:pt x="60" y="50"/>
                        <a:pt x="67" y="43"/>
                        <a:pt x="76" y="43"/>
                      </a:cubicBezTo>
                      <a:cubicBezTo>
                        <a:pt x="85" y="43"/>
                        <a:pt x="92" y="50"/>
                        <a:pt x="92" y="60"/>
                      </a:cubicBezTo>
                      <a:cubicBezTo>
                        <a:pt x="92" y="69"/>
                        <a:pt x="85" y="76"/>
                        <a:pt x="76" y="7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2" name="Freeform 6">
                  <a:extLst>
                    <a:ext uri="{FF2B5EF4-FFF2-40B4-BE49-F238E27FC236}">
                      <a16:creationId xmlns:a16="http://schemas.microsoft.com/office/drawing/2014/main" id="{FC7B44CA-CEAA-C1CE-FAEF-EBFE80A97694}"/>
                    </a:ext>
                  </a:extLst>
                </p:cNvPr>
                <p:cNvSpPr/>
                <p:nvPr/>
              </p:nvSpPr>
              <p:spPr bwMode="auto">
                <a:xfrm>
                  <a:off x="1949464" y="1366877"/>
                  <a:ext cx="49916" cy="102328"/>
                </a:xfrm>
                <a:custGeom>
                  <a:avLst/>
                  <a:gdLst>
                    <a:gd name="T0" fmla="*/ 20 w 20"/>
                    <a:gd name="T1" fmla="*/ 41 h 41"/>
                    <a:gd name="T2" fmla="*/ 20 w 20"/>
                    <a:gd name="T3" fmla="*/ 0 h 41"/>
                    <a:gd name="T4" fmla="*/ 0 w 20"/>
                    <a:gd name="T5" fmla="*/ 0 h 41"/>
                    <a:gd name="T6" fmla="*/ 0 w 20"/>
                    <a:gd name="T7" fmla="*/ 24 h 41"/>
                    <a:gd name="T8" fmla="*/ 20 w 20"/>
                    <a:gd name="T9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41">
                      <a:moveTo>
                        <a:pt x="20" y="41"/>
                      </a:moveTo>
                      <a:lnTo>
                        <a:pt x="20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3" name="Oval 7">
                  <a:extLst>
                    <a:ext uri="{FF2B5EF4-FFF2-40B4-BE49-F238E27FC236}">
                      <a16:creationId xmlns:a16="http://schemas.microsoft.com/office/drawing/2014/main" id="{DAEB8531-7468-9A51-8CD8-7344344EC5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7255" y="1484179"/>
                  <a:ext cx="52412" cy="54907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7" name="Group 66">
                <a:extLst>
                  <a:ext uri="{FF2B5EF4-FFF2-40B4-BE49-F238E27FC236}">
                    <a16:creationId xmlns:a16="http://schemas.microsoft.com/office/drawing/2014/main" id="{D81B67A3-A718-27E3-12B6-7D6914806E7B}"/>
                  </a:ext>
                </a:extLst>
              </p:cNvPr>
              <p:cNvGrpSpPr/>
              <p:nvPr/>
            </p:nvGrpSpPr>
            <p:grpSpPr>
              <a:xfrm flipH="1">
                <a:off x="7123044" y="2704640"/>
                <a:ext cx="243762" cy="274941"/>
                <a:chOff x="5513440" y="1766202"/>
                <a:chExt cx="429274" cy="484183"/>
              </a:xfrm>
              <a:grpFill/>
            </p:grpSpPr>
            <p:sp>
              <p:nvSpPr>
                <p:cNvPr id="118" name="Freeform 147">
                  <a:extLst>
                    <a:ext uri="{FF2B5EF4-FFF2-40B4-BE49-F238E27FC236}">
                      <a16:creationId xmlns:a16="http://schemas.microsoft.com/office/drawing/2014/main" id="{75458C19-A7C6-5502-A65F-FC225F2F9F4B}"/>
                    </a:ext>
                  </a:extLst>
                </p:cNvPr>
                <p:cNvSpPr/>
                <p:nvPr/>
              </p:nvSpPr>
              <p:spPr bwMode="auto">
                <a:xfrm>
                  <a:off x="5513440" y="1766202"/>
                  <a:ext cx="429274" cy="87353"/>
                </a:xfrm>
                <a:custGeom>
                  <a:avLst/>
                  <a:gdLst>
                    <a:gd name="T0" fmla="*/ 68 w 129"/>
                    <a:gd name="T1" fmla="*/ 8 h 26"/>
                    <a:gd name="T2" fmla="*/ 68 w 129"/>
                    <a:gd name="T3" fmla="*/ 4 h 26"/>
                    <a:gd name="T4" fmla="*/ 64 w 129"/>
                    <a:gd name="T5" fmla="*/ 0 h 26"/>
                    <a:gd name="T6" fmla="*/ 61 w 129"/>
                    <a:gd name="T7" fmla="*/ 4 h 26"/>
                    <a:gd name="T8" fmla="*/ 61 w 129"/>
                    <a:gd name="T9" fmla="*/ 8 h 26"/>
                    <a:gd name="T10" fmla="*/ 0 w 129"/>
                    <a:gd name="T11" fmla="*/ 8 h 26"/>
                    <a:gd name="T12" fmla="*/ 0 w 129"/>
                    <a:gd name="T13" fmla="*/ 26 h 26"/>
                    <a:gd name="T14" fmla="*/ 129 w 129"/>
                    <a:gd name="T15" fmla="*/ 26 h 26"/>
                    <a:gd name="T16" fmla="*/ 129 w 129"/>
                    <a:gd name="T17" fmla="*/ 8 h 26"/>
                    <a:gd name="T18" fmla="*/ 68 w 129"/>
                    <a:gd name="T19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9" h="26">
                      <a:moveTo>
                        <a:pt x="68" y="8"/>
                      </a:move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2"/>
                        <a:pt x="66" y="0"/>
                        <a:pt x="64" y="0"/>
                      </a:cubicBezTo>
                      <a:cubicBezTo>
                        <a:pt x="63" y="0"/>
                        <a:pt x="61" y="2"/>
                        <a:pt x="61" y="4"/>
                      </a:cubicBez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129" y="26"/>
                        <a:pt x="129" y="26"/>
                        <a:pt x="129" y="26"/>
                      </a:cubicBezTo>
                      <a:cubicBezTo>
                        <a:pt x="129" y="8"/>
                        <a:pt x="129" y="8"/>
                        <a:pt x="129" y="8"/>
                      </a:cubicBezTo>
                      <a:lnTo>
                        <a:pt x="68" y="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9" name="Freeform 148">
                  <a:extLst>
                    <a:ext uri="{FF2B5EF4-FFF2-40B4-BE49-F238E27FC236}">
                      <a16:creationId xmlns:a16="http://schemas.microsoft.com/office/drawing/2014/main" id="{6D56C391-B152-D661-53F1-CDF6C31E56E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550876" y="1873521"/>
                  <a:ext cx="356897" cy="376864"/>
                </a:xfrm>
                <a:custGeom>
                  <a:avLst/>
                  <a:gdLst>
                    <a:gd name="T0" fmla="*/ 143 w 143"/>
                    <a:gd name="T1" fmla="*/ 95 h 151"/>
                    <a:gd name="T2" fmla="*/ 143 w 143"/>
                    <a:gd name="T3" fmla="*/ 0 h 151"/>
                    <a:gd name="T4" fmla="*/ 0 w 143"/>
                    <a:gd name="T5" fmla="*/ 0 h 151"/>
                    <a:gd name="T6" fmla="*/ 0 w 143"/>
                    <a:gd name="T7" fmla="*/ 95 h 151"/>
                    <a:gd name="T8" fmla="*/ 63 w 143"/>
                    <a:gd name="T9" fmla="*/ 95 h 151"/>
                    <a:gd name="T10" fmla="*/ 63 w 143"/>
                    <a:gd name="T11" fmla="*/ 125 h 151"/>
                    <a:gd name="T12" fmla="*/ 45 w 143"/>
                    <a:gd name="T13" fmla="*/ 125 h 151"/>
                    <a:gd name="T14" fmla="*/ 45 w 143"/>
                    <a:gd name="T15" fmla="*/ 121 h 151"/>
                    <a:gd name="T16" fmla="*/ 37 w 143"/>
                    <a:gd name="T17" fmla="*/ 121 h 151"/>
                    <a:gd name="T18" fmla="*/ 25 w 143"/>
                    <a:gd name="T19" fmla="*/ 151 h 151"/>
                    <a:gd name="T20" fmla="*/ 33 w 143"/>
                    <a:gd name="T21" fmla="*/ 151 h 151"/>
                    <a:gd name="T22" fmla="*/ 40 w 143"/>
                    <a:gd name="T23" fmla="*/ 137 h 151"/>
                    <a:gd name="T24" fmla="*/ 104 w 143"/>
                    <a:gd name="T25" fmla="*/ 137 h 151"/>
                    <a:gd name="T26" fmla="*/ 109 w 143"/>
                    <a:gd name="T27" fmla="*/ 151 h 151"/>
                    <a:gd name="T28" fmla="*/ 119 w 143"/>
                    <a:gd name="T29" fmla="*/ 151 h 151"/>
                    <a:gd name="T30" fmla="*/ 107 w 143"/>
                    <a:gd name="T31" fmla="*/ 121 h 151"/>
                    <a:gd name="T32" fmla="*/ 97 w 143"/>
                    <a:gd name="T33" fmla="*/ 121 h 151"/>
                    <a:gd name="T34" fmla="*/ 97 w 143"/>
                    <a:gd name="T35" fmla="*/ 125 h 151"/>
                    <a:gd name="T36" fmla="*/ 80 w 143"/>
                    <a:gd name="T37" fmla="*/ 125 h 151"/>
                    <a:gd name="T38" fmla="*/ 80 w 143"/>
                    <a:gd name="T39" fmla="*/ 95 h 151"/>
                    <a:gd name="T40" fmla="*/ 143 w 143"/>
                    <a:gd name="T41" fmla="*/ 95 h 151"/>
                    <a:gd name="T42" fmla="*/ 92 w 143"/>
                    <a:gd name="T43" fmla="*/ 28 h 151"/>
                    <a:gd name="T44" fmla="*/ 133 w 143"/>
                    <a:gd name="T45" fmla="*/ 28 h 151"/>
                    <a:gd name="T46" fmla="*/ 133 w 143"/>
                    <a:gd name="T47" fmla="*/ 37 h 151"/>
                    <a:gd name="T48" fmla="*/ 92 w 143"/>
                    <a:gd name="T49" fmla="*/ 37 h 151"/>
                    <a:gd name="T50" fmla="*/ 92 w 143"/>
                    <a:gd name="T51" fmla="*/ 28 h 151"/>
                    <a:gd name="T52" fmla="*/ 92 w 143"/>
                    <a:gd name="T53" fmla="*/ 46 h 151"/>
                    <a:gd name="T54" fmla="*/ 133 w 143"/>
                    <a:gd name="T55" fmla="*/ 46 h 151"/>
                    <a:gd name="T56" fmla="*/ 133 w 143"/>
                    <a:gd name="T57" fmla="*/ 56 h 151"/>
                    <a:gd name="T58" fmla="*/ 92 w 143"/>
                    <a:gd name="T59" fmla="*/ 56 h 151"/>
                    <a:gd name="T60" fmla="*/ 92 w 143"/>
                    <a:gd name="T61" fmla="*/ 46 h 151"/>
                    <a:gd name="T62" fmla="*/ 92 w 143"/>
                    <a:gd name="T63" fmla="*/ 63 h 151"/>
                    <a:gd name="T64" fmla="*/ 133 w 143"/>
                    <a:gd name="T65" fmla="*/ 63 h 151"/>
                    <a:gd name="T66" fmla="*/ 133 w 143"/>
                    <a:gd name="T67" fmla="*/ 74 h 151"/>
                    <a:gd name="T68" fmla="*/ 92 w 143"/>
                    <a:gd name="T69" fmla="*/ 74 h 151"/>
                    <a:gd name="T70" fmla="*/ 92 w 143"/>
                    <a:gd name="T71" fmla="*/ 63 h 151"/>
                    <a:gd name="T72" fmla="*/ 8 w 143"/>
                    <a:gd name="T73" fmla="*/ 75 h 151"/>
                    <a:gd name="T74" fmla="*/ 8 w 143"/>
                    <a:gd name="T75" fmla="*/ 24 h 151"/>
                    <a:gd name="T76" fmla="*/ 83 w 143"/>
                    <a:gd name="T77" fmla="*/ 24 h 151"/>
                    <a:gd name="T78" fmla="*/ 83 w 143"/>
                    <a:gd name="T79" fmla="*/ 75 h 151"/>
                    <a:gd name="T80" fmla="*/ 8 w 143"/>
                    <a:gd name="T81" fmla="*/ 7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43" h="151">
                      <a:moveTo>
                        <a:pt x="143" y="95"/>
                      </a:moveTo>
                      <a:lnTo>
                        <a:pt x="143" y="0"/>
                      </a:lnTo>
                      <a:lnTo>
                        <a:pt x="0" y="0"/>
                      </a:lnTo>
                      <a:lnTo>
                        <a:pt x="0" y="95"/>
                      </a:lnTo>
                      <a:lnTo>
                        <a:pt x="63" y="95"/>
                      </a:lnTo>
                      <a:lnTo>
                        <a:pt x="63" y="125"/>
                      </a:lnTo>
                      <a:lnTo>
                        <a:pt x="45" y="125"/>
                      </a:lnTo>
                      <a:lnTo>
                        <a:pt x="45" y="121"/>
                      </a:lnTo>
                      <a:lnTo>
                        <a:pt x="37" y="121"/>
                      </a:lnTo>
                      <a:lnTo>
                        <a:pt x="25" y="151"/>
                      </a:lnTo>
                      <a:lnTo>
                        <a:pt x="33" y="151"/>
                      </a:lnTo>
                      <a:lnTo>
                        <a:pt x="40" y="137"/>
                      </a:lnTo>
                      <a:lnTo>
                        <a:pt x="104" y="137"/>
                      </a:lnTo>
                      <a:lnTo>
                        <a:pt x="109" y="151"/>
                      </a:lnTo>
                      <a:lnTo>
                        <a:pt x="119" y="151"/>
                      </a:lnTo>
                      <a:lnTo>
                        <a:pt x="107" y="121"/>
                      </a:lnTo>
                      <a:lnTo>
                        <a:pt x="97" y="121"/>
                      </a:lnTo>
                      <a:lnTo>
                        <a:pt x="97" y="125"/>
                      </a:lnTo>
                      <a:lnTo>
                        <a:pt x="80" y="125"/>
                      </a:lnTo>
                      <a:lnTo>
                        <a:pt x="80" y="95"/>
                      </a:lnTo>
                      <a:lnTo>
                        <a:pt x="143" y="95"/>
                      </a:lnTo>
                      <a:close/>
                      <a:moveTo>
                        <a:pt x="92" y="28"/>
                      </a:moveTo>
                      <a:lnTo>
                        <a:pt x="133" y="28"/>
                      </a:lnTo>
                      <a:lnTo>
                        <a:pt x="133" y="37"/>
                      </a:lnTo>
                      <a:lnTo>
                        <a:pt x="92" y="37"/>
                      </a:lnTo>
                      <a:lnTo>
                        <a:pt x="92" y="28"/>
                      </a:lnTo>
                      <a:close/>
                      <a:moveTo>
                        <a:pt x="92" y="46"/>
                      </a:moveTo>
                      <a:lnTo>
                        <a:pt x="133" y="46"/>
                      </a:lnTo>
                      <a:lnTo>
                        <a:pt x="133" y="56"/>
                      </a:lnTo>
                      <a:lnTo>
                        <a:pt x="92" y="56"/>
                      </a:lnTo>
                      <a:lnTo>
                        <a:pt x="92" y="46"/>
                      </a:lnTo>
                      <a:close/>
                      <a:moveTo>
                        <a:pt x="92" y="63"/>
                      </a:moveTo>
                      <a:lnTo>
                        <a:pt x="133" y="63"/>
                      </a:lnTo>
                      <a:lnTo>
                        <a:pt x="133" y="74"/>
                      </a:lnTo>
                      <a:lnTo>
                        <a:pt x="92" y="74"/>
                      </a:lnTo>
                      <a:lnTo>
                        <a:pt x="92" y="63"/>
                      </a:lnTo>
                      <a:close/>
                      <a:moveTo>
                        <a:pt x="8" y="75"/>
                      </a:moveTo>
                      <a:lnTo>
                        <a:pt x="8" y="24"/>
                      </a:lnTo>
                      <a:lnTo>
                        <a:pt x="83" y="24"/>
                      </a:lnTo>
                      <a:lnTo>
                        <a:pt x="83" y="75"/>
                      </a:lnTo>
                      <a:lnTo>
                        <a:pt x="8" y="7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0" name="Freeform 149">
                  <a:extLst>
                    <a:ext uri="{FF2B5EF4-FFF2-40B4-BE49-F238E27FC236}">
                      <a16:creationId xmlns:a16="http://schemas.microsoft.com/office/drawing/2014/main" id="{94A9C209-BF41-AF27-53ED-4B8A5EE317E4}"/>
                    </a:ext>
                  </a:extLst>
                </p:cNvPr>
                <p:cNvSpPr/>
                <p:nvPr/>
              </p:nvSpPr>
              <p:spPr bwMode="auto">
                <a:xfrm>
                  <a:off x="5578330" y="1945898"/>
                  <a:ext cx="174705" cy="102328"/>
                </a:xfrm>
                <a:custGeom>
                  <a:avLst/>
                  <a:gdLst>
                    <a:gd name="T0" fmla="*/ 58 w 70"/>
                    <a:gd name="T1" fmla="*/ 12 h 41"/>
                    <a:gd name="T2" fmla="*/ 54 w 70"/>
                    <a:gd name="T3" fmla="*/ 20 h 41"/>
                    <a:gd name="T4" fmla="*/ 48 w 70"/>
                    <a:gd name="T5" fmla="*/ 16 h 41"/>
                    <a:gd name="T6" fmla="*/ 48 w 70"/>
                    <a:gd name="T7" fmla="*/ 16 h 41"/>
                    <a:gd name="T8" fmla="*/ 34 w 70"/>
                    <a:gd name="T9" fmla="*/ 8 h 41"/>
                    <a:gd name="T10" fmla="*/ 32 w 70"/>
                    <a:gd name="T11" fmla="*/ 12 h 41"/>
                    <a:gd name="T12" fmla="*/ 28 w 70"/>
                    <a:gd name="T13" fmla="*/ 20 h 41"/>
                    <a:gd name="T14" fmla="*/ 16 w 70"/>
                    <a:gd name="T15" fmla="*/ 12 h 41"/>
                    <a:gd name="T16" fmla="*/ 12 w 70"/>
                    <a:gd name="T17" fmla="*/ 17 h 41"/>
                    <a:gd name="T18" fmla="*/ 12 w 70"/>
                    <a:gd name="T19" fmla="*/ 17 h 41"/>
                    <a:gd name="T20" fmla="*/ 0 w 70"/>
                    <a:gd name="T21" fmla="*/ 37 h 41"/>
                    <a:gd name="T22" fmla="*/ 5 w 70"/>
                    <a:gd name="T23" fmla="*/ 41 h 41"/>
                    <a:gd name="T24" fmla="*/ 17 w 70"/>
                    <a:gd name="T25" fmla="*/ 21 h 41"/>
                    <a:gd name="T26" fmla="*/ 24 w 70"/>
                    <a:gd name="T27" fmla="*/ 25 h 41"/>
                    <a:gd name="T28" fmla="*/ 24 w 70"/>
                    <a:gd name="T29" fmla="*/ 25 h 41"/>
                    <a:gd name="T30" fmla="*/ 30 w 70"/>
                    <a:gd name="T31" fmla="*/ 29 h 41"/>
                    <a:gd name="T32" fmla="*/ 37 w 70"/>
                    <a:gd name="T33" fmla="*/ 17 h 41"/>
                    <a:gd name="T34" fmla="*/ 42 w 70"/>
                    <a:gd name="T35" fmla="*/ 21 h 41"/>
                    <a:gd name="T36" fmla="*/ 42 w 70"/>
                    <a:gd name="T37" fmla="*/ 21 h 41"/>
                    <a:gd name="T38" fmla="*/ 56 w 70"/>
                    <a:gd name="T39" fmla="*/ 28 h 41"/>
                    <a:gd name="T40" fmla="*/ 57 w 70"/>
                    <a:gd name="T41" fmla="*/ 28 h 41"/>
                    <a:gd name="T42" fmla="*/ 57 w 70"/>
                    <a:gd name="T43" fmla="*/ 28 h 41"/>
                    <a:gd name="T44" fmla="*/ 64 w 70"/>
                    <a:gd name="T45" fmla="*/ 17 h 41"/>
                    <a:gd name="T46" fmla="*/ 64 w 70"/>
                    <a:gd name="T47" fmla="*/ 17 h 41"/>
                    <a:gd name="T48" fmla="*/ 70 w 70"/>
                    <a:gd name="T49" fmla="*/ 4 h 41"/>
                    <a:gd name="T50" fmla="*/ 65 w 70"/>
                    <a:gd name="T51" fmla="*/ 0 h 41"/>
                    <a:gd name="T52" fmla="*/ 58 w 70"/>
                    <a:gd name="T53" fmla="*/ 12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70" h="41">
                      <a:moveTo>
                        <a:pt x="58" y="12"/>
                      </a:moveTo>
                      <a:lnTo>
                        <a:pt x="54" y="20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4" y="8"/>
                      </a:lnTo>
                      <a:lnTo>
                        <a:pt x="32" y="12"/>
                      </a:lnTo>
                      <a:lnTo>
                        <a:pt x="28" y="20"/>
                      </a:lnTo>
                      <a:lnTo>
                        <a:pt x="16" y="12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0" y="37"/>
                      </a:lnTo>
                      <a:lnTo>
                        <a:pt x="5" y="41"/>
                      </a:lnTo>
                      <a:lnTo>
                        <a:pt x="17" y="21"/>
                      </a:lnTo>
                      <a:lnTo>
                        <a:pt x="24" y="25"/>
                      </a:lnTo>
                      <a:lnTo>
                        <a:pt x="24" y="25"/>
                      </a:lnTo>
                      <a:lnTo>
                        <a:pt x="30" y="29"/>
                      </a:lnTo>
                      <a:lnTo>
                        <a:pt x="37" y="17"/>
                      </a:lnTo>
                      <a:lnTo>
                        <a:pt x="42" y="21"/>
                      </a:lnTo>
                      <a:lnTo>
                        <a:pt x="42" y="21"/>
                      </a:lnTo>
                      <a:lnTo>
                        <a:pt x="56" y="28"/>
                      </a:lnTo>
                      <a:lnTo>
                        <a:pt x="57" y="28"/>
                      </a:lnTo>
                      <a:lnTo>
                        <a:pt x="57" y="28"/>
                      </a:lnTo>
                      <a:lnTo>
                        <a:pt x="64" y="17"/>
                      </a:lnTo>
                      <a:lnTo>
                        <a:pt x="64" y="17"/>
                      </a:lnTo>
                      <a:lnTo>
                        <a:pt x="70" y="4"/>
                      </a:lnTo>
                      <a:lnTo>
                        <a:pt x="65" y="0"/>
                      </a:lnTo>
                      <a:lnTo>
                        <a:pt x="58" y="1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8" name="Group 78">
                <a:extLst>
                  <a:ext uri="{FF2B5EF4-FFF2-40B4-BE49-F238E27FC236}">
                    <a16:creationId xmlns:a16="http://schemas.microsoft.com/office/drawing/2014/main" id="{C05C9A3B-FC7E-D5AF-E788-256A2987BB97}"/>
                  </a:ext>
                </a:extLst>
              </p:cNvPr>
              <p:cNvGrpSpPr/>
              <p:nvPr/>
            </p:nvGrpSpPr>
            <p:grpSpPr>
              <a:xfrm>
                <a:off x="6672025" y="4415551"/>
                <a:ext cx="171867" cy="215494"/>
                <a:chOff x="5106627" y="2260366"/>
                <a:chExt cx="324452" cy="406813"/>
              </a:xfrm>
              <a:grpFill/>
            </p:grpSpPr>
            <p:sp>
              <p:nvSpPr>
                <p:cNvPr id="114" name="Freeform 80">
                  <a:extLst>
                    <a:ext uri="{FF2B5EF4-FFF2-40B4-BE49-F238E27FC236}">
                      <a16:creationId xmlns:a16="http://schemas.microsoft.com/office/drawing/2014/main" id="{7342FDB7-EC10-C3E9-4E97-6B6240D7A6CB}"/>
                    </a:ext>
                  </a:extLst>
                </p:cNvPr>
                <p:cNvSpPr/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5" name="Freeform 81">
                  <a:extLst>
                    <a:ext uri="{FF2B5EF4-FFF2-40B4-BE49-F238E27FC236}">
                      <a16:creationId xmlns:a16="http://schemas.microsoft.com/office/drawing/2014/main" id="{448E6890-2410-B8F7-B64E-4E8AB60C3BAE}"/>
                    </a:ext>
                  </a:extLst>
                </p:cNvPr>
                <p:cNvSpPr/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6" name="Freeform 82">
                  <a:extLst>
                    <a:ext uri="{FF2B5EF4-FFF2-40B4-BE49-F238E27FC236}">
                      <a16:creationId xmlns:a16="http://schemas.microsoft.com/office/drawing/2014/main" id="{80B5B285-F9FE-8A26-9052-EC88D5267490}"/>
                    </a:ext>
                  </a:extLst>
                </p:cNvPr>
                <p:cNvSpPr/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7" name="Oval 83">
                  <a:extLst>
                    <a:ext uri="{FF2B5EF4-FFF2-40B4-BE49-F238E27FC236}">
                      <a16:creationId xmlns:a16="http://schemas.microsoft.com/office/drawing/2014/main" id="{331296FF-7F5E-7962-BF0A-34ED52F87A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9" name="Group 83">
                <a:extLst>
                  <a:ext uri="{FF2B5EF4-FFF2-40B4-BE49-F238E27FC236}">
                    <a16:creationId xmlns:a16="http://schemas.microsoft.com/office/drawing/2014/main" id="{4133BEC1-7810-112A-3D6A-86B0A306C3E8}"/>
                  </a:ext>
                </a:extLst>
              </p:cNvPr>
              <p:cNvGrpSpPr/>
              <p:nvPr/>
            </p:nvGrpSpPr>
            <p:grpSpPr>
              <a:xfrm flipH="1">
                <a:off x="5547932" y="4033906"/>
                <a:ext cx="141392" cy="115055"/>
                <a:chOff x="1550139" y="1314466"/>
                <a:chExt cx="509139" cy="414300"/>
              </a:xfrm>
              <a:grpFill/>
            </p:grpSpPr>
            <p:sp>
              <p:nvSpPr>
                <p:cNvPr id="111" name="Freeform 5">
                  <a:extLst>
                    <a:ext uri="{FF2B5EF4-FFF2-40B4-BE49-F238E27FC236}">
                      <a16:creationId xmlns:a16="http://schemas.microsoft.com/office/drawing/2014/main" id="{9F5DA0CA-9A63-16D2-9EB0-1FC555552F0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50139" y="1314466"/>
                  <a:ext cx="509139" cy="414300"/>
                </a:xfrm>
                <a:custGeom>
                  <a:avLst/>
                  <a:gdLst>
                    <a:gd name="T0" fmla="*/ 78 w 153"/>
                    <a:gd name="T1" fmla="*/ 0 h 125"/>
                    <a:gd name="T2" fmla="*/ 0 w 153"/>
                    <a:gd name="T3" fmla="*/ 69 h 125"/>
                    <a:gd name="T4" fmla="*/ 15 w 153"/>
                    <a:gd name="T5" fmla="*/ 69 h 125"/>
                    <a:gd name="T6" fmla="*/ 21 w 153"/>
                    <a:gd name="T7" fmla="*/ 64 h 125"/>
                    <a:gd name="T8" fmla="*/ 21 w 153"/>
                    <a:gd name="T9" fmla="*/ 121 h 125"/>
                    <a:gd name="T10" fmla="*/ 24 w 153"/>
                    <a:gd name="T11" fmla="*/ 125 h 125"/>
                    <a:gd name="T12" fmla="*/ 62 w 153"/>
                    <a:gd name="T13" fmla="*/ 125 h 125"/>
                    <a:gd name="T14" fmla="*/ 63 w 153"/>
                    <a:gd name="T15" fmla="*/ 93 h 125"/>
                    <a:gd name="T16" fmla="*/ 67 w 153"/>
                    <a:gd name="T17" fmla="*/ 88 h 125"/>
                    <a:gd name="T18" fmla="*/ 83 w 153"/>
                    <a:gd name="T19" fmla="*/ 88 h 125"/>
                    <a:gd name="T20" fmla="*/ 89 w 153"/>
                    <a:gd name="T21" fmla="*/ 93 h 125"/>
                    <a:gd name="T22" fmla="*/ 89 w 153"/>
                    <a:gd name="T23" fmla="*/ 125 h 125"/>
                    <a:gd name="T24" fmla="*/ 126 w 153"/>
                    <a:gd name="T25" fmla="*/ 125 h 125"/>
                    <a:gd name="T26" fmla="*/ 130 w 153"/>
                    <a:gd name="T27" fmla="*/ 120 h 125"/>
                    <a:gd name="T28" fmla="*/ 130 w 153"/>
                    <a:gd name="T29" fmla="*/ 63 h 125"/>
                    <a:gd name="T30" fmla="*/ 136 w 153"/>
                    <a:gd name="T31" fmla="*/ 69 h 125"/>
                    <a:gd name="T32" fmla="*/ 153 w 153"/>
                    <a:gd name="T33" fmla="*/ 69 h 125"/>
                    <a:gd name="T34" fmla="*/ 78 w 153"/>
                    <a:gd name="T35" fmla="*/ 0 h 125"/>
                    <a:gd name="T36" fmla="*/ 76 w 153"/>
                    <a:gd name="T37" fmla="*/ 76 h 125"/>
                    <a:gd name="T38" fmla="*/ 60 w 153"/>
                    <a:gd name="T39" fmla="*/ 60 h 125"/>
                    <a:gd name="T40" fmla="*/ 76 w 153"/>
                    <a:gd name="T41" fmla="*/ 43 h 125"/>
                    <a:gd name="T42" fmla="*/ 92 w 153"/>
                    <a:gd name="T43" fmla="*/ 60 h 125"/>
                    <a:gd name="T44" fmla="*/ 76 w 153"/>
                    <a:gd name="T45" fmla="*/ 7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" h="125">
                      <a:moveTo>
                        <a:pt x="78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69"/>
                        <a:pt x="5" y="78"/>
                        <a:pt x="15" y="69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21" y="121"/>
                        <a:pt x="21" y="125"/>
                        <a:pt x="24" y="125"/>
                      </a:cubicBezTo>
                      <a:cubicBezTo>
                        <a:pt x="28" y="125"/>
                        <a:pt x="62" y="125"/>
                        <a:pt x="62" y="125"/>
                      </a:cubicBezTo>
                      <a:cubicBezTo>
                        <a:pt x="63" y="93"/>
                        <a:pt x="63" y="93"/>
                        <a:pt x="63" y="93"/>
                      </a:cubicBezTo>
                      <a:cubicBezTo>
                        <a:pt x="63" y="93"/>
                        <a:pt x="62" y="88"/>
                        <a:pt x="67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9" y="88"/>
                        <a:pt x="89" y="93"/>
                        <a:pt x="89" y="93"/>
                      </a:cubicBezTo>
                      <a:cubicBezTo>
                        <a:pt x="89" y="125"/>
                        <a:pt x="89" y="125"/>
                        <a:pt x="89" y="125"/>
                      </a:cubicBezTo>
                      <a:cubicBezTo>
                        <a:pt x="89" y="125"/>
                        <a:pt x="121" y="125"/>
                        <a:pt x="126" y="125"/>
                      </a:cubicBezTo>
                      <a:cubicBezTo>
                        <a:pt x="131" y="125"/>
                        <a:pt x="130" y="120"/>
                        <a:pt x="130" y="120"/>
                      </a:cubicBezTo>
                      <a:cubicBezTo>
                        <a:pt x="130" y="63"/>
                        <a:pt x="130" y="63"/>
                        <a:pt x="130" y="63"/>
                      </a:cubicBezTo>
                      <a:cubicBezTo>
                        <a:pt x="136" y="69"/>
                        <a:pt x="136" y="69"/>
                        <a:pt x="136" y="69"/>
                      </a:cubicBezTo>
                      <a:cubicBezTo>
                        <a:pt x="148" y="77"/>
                        <a:pt x="153" y="69"/>
                        <a:pt x="153" y="69"/>
                      </a:cubicBezTo>
                      <a:lnTo>
                        <a:pt x="78" y="0"/>
                      </a:lnTo>
                      <a:close/>
                      <a:moveTo>
                        <a:pt x="76" y="76"/>
                      </a:moveTo>
                      <a:cubicBezTo>
                        <a:pt x="67" y="76"/>
                        <a:pt x="60" y="69"/>
                        <a:pt x="60" y="60"/>
                      </a:cubicBezTo>
                      <a:cubicBezTo>
                        <a:pt x="60" y="50"/>
                        <a:pt x="67" y="43"/>
                        <a:pt x="76" y="43"/>
                      </a:cubicBezTo>
                      <a:cubicBezTo>
                        <a:pt x="85" y="43"/>
                        <a:pt x="92" y="50"/>
                        <a:pt x="92" y="60"/>
                      </a:cubicBezTo>
                      <a:cubicBezTo>
                        <a:pt x="92" y="69"/>
                        <a:pt x="85" y="76"/>
                        <a:pt x="76" y="7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2" name="Freeform 6">
                  <a:extLst>
                    <a:ext uri="{FF2B5EF4-FFF2-40B4-BE49-F238E27FC236}">
                      <a16:creationId xmlns:a16="http://schemas.microsoft.com/office/drawing/2014/main" id="{37A75E10-BAC4-D219-74AA-3F315FCC2763}"/>
                    </a:ext>
                  </a:extLst>
                </p:cNvPr>
                <p:cNvSpPr/>
                <p:nvPr/>
              </p:nvSpPr>
              <p:spPr bwMode="auto">
                <a:xfrm>
                  <a:off x="1949464" y="1366877"/>
                  <a:ext cx="49916" cy="102328"/>
                </a:xfrm>
                <a:custGeom>
                  <a:avLst/>
                  <a:gdLst>
                    <a:gd name="T0" fmla="*/ 20 w 20"/>
                    <a:gd name="T1" fmla="*/ 41 h 41"/>
                    <a:gd name="T2" fmla="*/ 20 w 20"/>
                    <a:gd name="T3" fmla="*/ 0 h 41"/>
                    <a:gd name="T4" fmla="*/ 0 w 20"/>
                    <a:gd name="T5" fmla="*/ 0 h 41"/>
                    <a:gd name="T6" fmla="*/ 0 w 20"/>
                    <a:gd name="T7" fmla="*/ 24 h 41"/>
                    <a:gd name="T8" fmla="*/ 20 w 20"/>
                    <a:gd name="T9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41">
                      <a:moveTo>
                        <a:pt x="20" y="41"/>
                      </a:moveTo>
                      <a:lnTo>
                        <a:pt x="20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3" name="Oval 7">
                  <a:extLst>
                    <a:ext uri="{FF2B5EF4-FFF2-40B4-BE49-F238E27FC236}">
                      <a16:creationId xmlns:a16="http://schemas.microsoft.com/office/drawing/2014/main" id="{C1CD7C0D-33DB-178D-E15D-972B50E40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7255" y="1484179"/>
                  <a:ext cx="52412" cy="54907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100" name="Freeform 10">
                <a:extLst>
                  <a:ext uri="{FF2B5EF4-FFF2-40B4-BE49-F238E27FC236}">
                    <a16:creationId xmlns:a16="http://schemas.microsoft.com/office/drawing/2014/main" id="{ED48F86F-69F3-ECFC-E0B8-60859ACF79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54116" y="3165250"/>
                <a:ext cx="162038" cy="142413"/>
              </a:xfrm>
              <a:custGeom>
                <a:avLst/>
                <a:gdLst>
                  <a:gd name="T0" fmla="*/ 121 w 122"/>
                  <a:gd name="T1" fmla="*/ 103 h 107"/>
                  <a:gd name="T2" fmla="*/ 63 w 122"/>
                  <a:gd name="T3" fmla="*/ 1 h 107"/>
                  <a:gd name="T4" fmla="*/ 61 w 122"/>
                  <a:gd name="T5" fmla="*/ 0 h 107"/>
                  <a:gd name="T6" fmla="*/ 59 w 122"/>
                  <a:gd name="T7" fmla="*/ 1 h 107"/>
                  <a:gd name="T8" fmla="*/ 1 w 122"/>
                  <a:gd name="T9" fmla="*/ 103 h 107"/>
                  <a:gd name="T10" fmla="*/ 0 w 122"/>
                  <a:gd name="T11" fmla="*/ 105 h 107"/>
                  <a:gd name="T12" fmla="*/ 0 w 122"/>
                  <a:gd name="T13" fmla="*/ 106 h 107"/>
                  <a:gd name="T14" fmla="*/ 3 w 122"/>
                  <a:gd name="T15" fmla="*/ 107 h 107"/>
                  <a:gd name="T16" fmla="*/ 119 w 122"/>
                  <a:gd name="T17" fmla="*/ 107 h 107"/>
                  <a:gd name="T18" fmla="*/ 121 w 122"/>
                  <a:gd name="T19" fmla="*/ 106 h 107"/>
                  <a:gd name="T20" fmla="*/ 121 w 122"/>
                  <a:gd name="T21" fmla="*/ 103 h 107"/>
                  <a:gd name="T22" fmla="*/ 55 w 122"/>
                  <a:gd name="T23" fmla="*/ 38 h 107"/>
                  <a:gd name="T24" fmla="*/ 67 w 122"/>
                  <a:gd name="T25" fmla="*/ 38 h 107"/>
                  <a:gd name="T26" fmla="*/ 67 w 122"/>
                  <a:gd name="T27" fmla="*/ 76 h 107"/>
                  <a:gd name="T28" fmla="*/ 55 w 122"/>
                  <a:gd name="T29" fmla="*/ 76 h 107"/>
                  <a:gd name="T30" fmla="*/ 55 w 122"/>
                  <a:gd name="T31" fmla="*/ 38 h 107"/>
                  <a:gd name="T32" fmla="*/ 61 w 122"/>
                  <a:gd name="T33" fmla="*/ 97 h 107"/>
                  <a:gd name="T34" fmla="*/ 55 w 122"/>
                  <a:gd name="T35" fmla="*/ 91 h 107"/>
                  <a:gd name="T36" fmla="*/ 61 w 122"/>
                  <a:gd name="T37" fmla="*/ 86 h 107"/>
                  <a:gd name="T38" fmla="*/ 67 w 122"/>
                  <a:gd name="T39" fmla="*/ 91 h 107"/>
                  <a:gd name="T40" fmla="*/ 61 w 122"/>
                  <a:gd name="T41" fmla="*/ 9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07">
                    <a:moveTo>
                      <a:pt x="121" y="103"/>
                    </a:move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2" y="0"/>
                      <a:pt x="61" y="0"/>
                    </a:cubicBezTo>
                    <a:cubicBezTo>
                      <a:pt x="60" y="0"/>
                      <a:pt x="59" y="1"/>
                      <a:pt x="59" y="1"/>
                    </a:cubicBez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4"/>
                      <a:pt x="0" y="104"/>
                      <a:pt x="0" y="10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" y="107"/>
                      <a:pt x="2" y="107"/>
                      <a:pt x="3" y="107"/>
                    </a:cubicBezTo>
                    <a:cubicBezTo>
                      <a:pt x="119" y="107"/>
                      <a:pt x="119" y="107"/>
                      <a:pt x="119" y="107"/>
                    </a:cubicBezTo>
                    <a:cubicBezTo>
                      <a:pt x="120" y="107"/>
                      <a:pt x="121" y="107"/>
                      <a:pt x="121" y="106"/>
                    </a:cubicBezTo>
                    <a:cubicBezTo>
                      <a:pt x="122" y="105"/>
                      <a:pt x="122" y="104"/>
                      <a:pt x="121" y="103"/>
                    </a:cubicBezTo>
                    <a:close/>
                    <a:moveTo>
                      <a:pt x="55" y="38"/>
                    </a:move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55" y="76"/>
                      <a:pt x="55" y="76"/>
                      <a:pt x="55" y="76"/>
                    </a:cubicBezTo>
                    <a:lnTo>
                      <a:pt x="55" y="38"/>
                    </a:lnTo>
                    <a:close/>
                    <a:moveTo>
                      <a:pt x="61" y="97"/>
                    </a:moveTo>
                    <a:cubicBezTo>
                      <a:pt x="57" y="97"/>
                      <a:pt x="55" y="95"/>
                      <a:pt x="55" y="91"/>
                    </a:cubicBezTo>
                    <a:cubicBezTo>
                      <a:pt x="55" y="88"/>
                      <a:pt x="57" y="86"/>
                      <a:pt x="61" y="86"/>
                    </a:cubicBezTo>
                    <a:cubicBezTo>
                      <a:pt x="65" y="86"/>
                      <a:pt x="67" y="88"/>
                      <a:pt x="67" y="91"/>
                    </a:cubicBezTo>
                    <a:cubicBezTo>
                      <a:pt x="67" y="95"/>
                      <a:pt x="65" y="97"/>
                      <a:pt x="61" y="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1" name="Freeform 13">
                <a:extLst>
                  <a:ext uri="{FF2B5EF4-FFF2-40B4-BE49-F238E27FC236}">
                    <a16:creationId xmlns:a16="http://schemas.microsoft.com/office/drawing/2014/main" id="{4A093243-5E89-6144-3873-A94AEE01C1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1830" y="4832315"/>
                <a:ext cx="152839" cy="135000"/>
              </a:xfrm>
              <a:custGeom>
                <a:avLst/>
                <a:gdLst>
                  <a:gd name="T0" fmla="*/ 132 w 134"/>
                  <a:gd name="T1" fmla="*/ 16 h 118"/>
                  <a:gd name="T2" fmla="*/ 120 w 134"/>
                  <a:gd name="T3" fmla="*/ 4 h 118"/>
                  <a:gd name="T4" fmla="*/ 115 w 134"/>
                  <a:gd name="T5" fmla="*/ 4 h 118"/>
                  <a:gd name="T6" fmla="*/ 113 w 134"/>
                  <a:gd name="T7" fmla="*/ 8 h 118"/>
                  <a:gd name="T8" fmla="*/ 111 w 134"/>
                  <a:gd name="T9" fmla="*/ 8 h 118"/>
                  <a:gd name="T10" fmla="*/ 111 w 134"/>
                  <a:gd name="T11" fmla="*/ 8 h 118"/>
                  <a:gd name="T12" fmla="*/ 80 w 134"/>
                  <a:gd name="T13" fmla="*/ 39 h 118"/>
                  <a:gd name="T14" fmla="*/ 78 w 134"/>
                  <a:gd name="T15" fmla="*/ 47 h 118"/>
                  <a:gd name="T16" fmla="*/ 82 w 134"/>
                  <a:gd name="T17" fmla="*/ 50 h 118"/>
                  <a:gd name="T18" fmla="*/ 82 w 134"/>
                  <a:gd name="T19" fmla="*/ 50 h 118"/>
                  <a:gd name="T20" fmla="*/ 82 w 134"/>
                  <a:gd name="T21" fmla="*/ 50 h 118"/>
                  <a:gd name="T22" fmla="*/ 75 w 134"/>
                  <a:gd name="T23" fmla="*/ 57 h 118"/>
                  <a:gd name="T24" fmla="*/ 53 w 134"/>
                  <a:gd name="T25" fmla="*/ 35 h 118"/>
                  <a:gd name="T26" fmla="*/ 46 w 134"/>
                  <a:gd name="T27" fmla="*/ 9 h 118"/>
                  <a:gd name="T28" fmla="*/ 21 w 134"/>
                  <a:gd name="T29" fmla="*/ 2 h 118"/>
                  <a:gd name="T30" fmla="*/ 36 w 134"/>
                  <a:gd name="T31" fmla="*/ 17 h 118"/>
                  <a:gd name="T32" fmla="*/ 32 w 134"/>
                  <a:gd name="T33" fmla="*/ 32 h 118"/>
                  <a:gd name="T34" fmla="*/ 17 w 134"/>
                  <a:gd name="T35" fmla="*/ 36 h 118"/>
                  <a:gd name="T36" fmla="*/ 2 w 134"/>
                  <a:gd name="T37" fmla="*/ 21 h 118"/>
                  <a:gd name="T38" fmla="*/ 9 w 134"/>
                  <a:gd name="T39" fmla="*/ 46 h 118"/>
                  <a:gd name="T40" fmla="*/ 36 w 134"/>
                  <a:gd name="T41" fmla="*/ 53 h 118"/>
                  <a:gd name="T42" fmla="*/ 36 w 134"/>
                  <a:gd name="T43" fmla="*/ 53 h 118"/>
                  <a:gd name="T44" fmla="*/ 58 w 134"/>
                  <a:gd name="T45" fmla="*/ 74 h 118"/>
                  <a:gd name="T46" fmla="*/ 37 w 134"/>
                  <a:gd name="T47" fmla="*/ 95 h 118"/>
                  <a:gd name="T48" fmla="*/ 36 w 134"/>
                  <a:gd name="T49" fmla="*/ 94 h 118"/>
                  <a:gd name="T50" fmla="*/ 30 w 134"/>
                  <a:gd name="T51" fmla="*/ 99 h 118"/>
                  <a:gd name="T52" fmla="*/ 20 w 134"/>
                  <a:gd name="T53" fmla="*/ 114 h 118"/>
                  <a:gd name="T54" fmla="*/ 23 w 134"/>
                  <a:gd name="T55" fmla="*/ 116 h 118"/>
                  <a:gd name="T56" fmla="*/ 38 w 134"/>
                  <a:gd name="T57" fmla="*/ 107 h 118"/>
                  <a:gd name="T58" fmla="*/ 43 w 134"/>
                  <a:gd name="T59" fmla="*/ 101 h 118"/>
                  <a:gd name="T60" fmla="*/ 42 w 134"/>
                  <a:gd name="T61" fmla="*/ 100 h 118"/>
                  <a:gd name="T62" fmla="*/ 62 w 134"/>
                  <a:gd name="T63" fmla="*/ 79 h 118"/>
                  <a:gd name="T64" fmla="*/ 98 w 134"/>
                  <a:gd name="T65" fmla="*/ 114 h 118"/>
                  <a:gd name="T66" fmla="*/ 106 w 134"/>
                  <a:gd name="T67" fmla="*/ 118 h 118"/>
                  <a:gd name="T68" fmla="*/ 115 w 134"/>
                  <a:gd name="T69" fmla="*/ 114 h 118"/>
                  <a:gd name="T70" fmla="*/ 115 w 134"/>
                  <a:gd name="T71" fmla="*/ 97 h 118"/>
                  <a:gd name="T72" fmla="*/ 80 w 134"/>
                  <a:gd name="T73" fmla="*/ 62 h 118"/>
                  <a:gd name="T74" fmla="*/ 87 w 134"/>
                  <a:gd name="T75" fmla="*/ 55 h 118"/>
                  <a:gd name="T76" fmla="*/ 90 w 134"/>
                  <a:gd name="T77" fmla="*/ 58 h 118"/>
                  <a:gd name="T78" fmla="*/ 97 w 134"/>
                  <a:gd name="T79" fmla="*/ 56 h 118"/>
                  <a:gd name="T80" fmla="*/ 127 w 134"/>
                  <a:gd name="T81" fmla="*/ 26 h 118"/>
                  <a:gd name="T82" fmla="*/ 128 w 134"/>
                  <a:gd name="T83" fmla="*/ 25 h 118"/>
                  <a:gd name="T84" fmla="*/ 128 w 134"/>
                  <a:gd name="T85" fmla="*/ 25 h 118"/>
                  <a:gd name="T86" fmla="*/ 129 w 134"/>
                  <a:gd name="T87" fmla="*/ 23 h 118"/>
                  <a:gd name="T88" fmla="*/ 132 w 134"/>
                  <a:gd name="T89" fmla="*/ 22 h 118"/>
                  <a:gd name="T90" fmla="*/ 132 w 134"/>
                  <a:gd name="T91" fmla="*/ 16 h 118"/>
                  <a:gd name="T92" fmla="*/ 108 w 134"/>
                  <a:gd name="T93" fmla="*/ 103 h 118"/>
                  <a:gd name="T94" fmla="*/ 112 w 134"/>
                  <a:gd name="T95" fmla="*/ 108 h 118"/>
                  <a:gd name="T96" fmla="*/ 108 w 134"/>
                  <a:gd name="T97" fmla="*/ 112 h 118"/>
                  <a:gd name="T98" fmla="*/ 103 w 134"/>
                  <a:gd name="T99" fmla="*/ 108 h 118"/>
                  <a:gd name="T100" fmla="*/ 108 w 134"/>
                  <a:gd name="T101" fmla="*/ 103 h 118"/>
                  <a:gd name="T102" fmla="*/ 90 w 134"/>
                  <a:gd name="T103" fmla="*/ 41 h 118"/>
                  <a:gd name="T104" fmla="*/ 88 w 134"/>
                  <a:gd name="T105" fmla="*/ 39 h 118"/>
                  <a:gd name="T106" fmla="*/ 111 w 134"/>
                  <a:gd name="T107" fmla="*/ 16 h 118"/>
                  <a:gd name="T108" fmla="*/ 113 w 134"/>
                  <a:gd name="T109" fmla="*/ 18 h 118"/>
                  <a:gd name="T110" fmla="*/ 90 w 134"/>
                  <a:gd name="T111" fmla="*/ 41 h 118"/>
                  <a:gd name="T112" fmla="*/ 98 w 134"/>
                  <a:gd name="T113" fmla="*/ 48 h 118"/>
                  <a:gd name="T114" fmla="*/ 96 w 134"/>
                  <a:gd name="T115" fmla="*/ 46 h 118"/>
                  <a:gd name="T116" fmla="*/ 118 w 134"/>
                  <a:gd name="T117" fmla="*/ 23 h 118"/>
                  <a:gd name="T118" fmla="*/ 120 w 134"/>
                  <a:gd name="T119" fmla="*/ 25 h 118"/>
                  <a:gd name="T120" fmla="*/ 98 w 134"/>
                  <a:gd name="T121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4" h="118">
                    <a:moveTo>
                      <a:pt x="132" y="16"/>
                    </a:moveTo>
                    <a:cubicBezTo>
                      <a:pt x="120" y="4"/>
                      <a:pt x="120" y="4"/>
                      <a:pt x="120" y="4"/>
                    </a:cubicBezTo>
                    <a:cubicBezTo>
                      <a:pt x="119" y="2"/>
                      <a:pt x="116" y="2"/>
                      <a:pt x="115" y="4"/>
                    </a:cubicBezTo>
                    <a:cubicBezTo>
                      <a:pt x="114" y="5"/>
                      <a:pt x="113" y="6"/>
                      <a:pt x="113" y="8"/>
                    </a:cubicBezTo>
                    <a:cubicBezTo>
                      <a:pt x="113" y="8"/>
                      <a:pt x="112" y="8"/>
                      <a:pt x="111" y="8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81" y="42"/>
                      <a:pt x="80" y="44"/>
                      <a:pt x="78" y="47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6" y="26"/>
                      <a:pt x="53" y="16"/>
                      <a:pt x="46" y="9"/>
                    </a:cubicBezTo>
                    <a:cubicBezTo>
                      <a:pt x="39" y="2"/>
                      <a:pt x="30" y="0"/>
                      <a:pt x="21" y="2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2" y="39"/>
                      <a:pt x="9" y="46"/>
                    </a:cubicBezTo>
                    <a:cubicBezTo>
                      <a:pt x="16" y="54"/>
                      <a:pt x="27" y="56"/>
                      <a:pt x="36" y="53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37" y="95"/>
                      <a:pt x="37" y="95"/>
                      <a:pt x="37" y="95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0" y="99"/>
                      <a:pt x="30" y="99"/>
                      <a:pt x="30" y="99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3" y="116"/>
                      <a:pt x="23" y="116"/>
                      <a:pt x="23" y="11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00" y="117"/>
                      <a:pt x="103" y="118"/>
                      <a:pt x="106" y="118"/>
                    </a:cubicBezTo>
                    <a:cubicBezTo>
                      <a:pt x="110" y="118"/>
                      <a:pt x="113" y="117"/>
                      <a:pt x="115" y="114"/>
                    </a:cubicBezTo>
                    <a:cubicBezTo>
                      <a:pt x="120" y="110"/>
                      <a:pt x="120" y="102"/>
                      <a:pt x="115" y="97"/>
                    </a:cubicBezTo>
                    <a:cubicBezTo>
                      <a:pt x="80" y="62"/>
                      <a:pt x="80" y="62"/>
                      <a:pt x="80" y="62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2" y="56"/>
                      <a:pt x="95" y="56"/>
                      <a:pt x="97" y="56"/>
                    </a:cubicBezTo>
                    <a:cubicBezTo>
                      <a:pt x="127" y="26"/>
                      <a:pt x="127" y="26"/>
                      <a:pt x="127" y="26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9" y="24"/>
                      <a:pt x="129" y="23"/>
                    </a:cubicBezTo>
                    <a:cubicBezTo>
                      <a:pt x="130" y="23"/>
                      <a:pt x="131" y="23"/>
                      <a:pt x="132" y="22"/>
                    </a:cubicBezTo>
                    <a:cubicBezTo>
                      <a:pt x="134" y="20"/>
                      <a:pt x="134" y="17"/>
                      <a:pt x="132" y="16"/>
                    </a:cubicBezTo>
                    <a:close/>
                    <a:moveTo>
                      <a:pt x="108" y="103"/>
                    </a:moveTo>
                    <a:cubicBezTo>
                      <a:pt x="110" y="103"/>
                      <a:pt x="112" y="105"/>
                      <a:pt x="112" y="108"/>
                    </a:cubicBezTo>
                    <a:cubicBezTo>
                      <a:pt x="112" y="110"/>
                      <a:pt x="110" y="112"/>
                      <a:pt x="108" y="112"/>
                    </a:cubicBezTo>
                    <a:cubicBezTo>
                      <a:pt x="105" y="112"/>
                      <a:pt x="103" y="110"/>
                      <a:pt x="103" y="108"/>
                    </a:cubicBezTo>
                    <a:cubicBezTo>
                      <a:pt x="103" y="105"/>
                      <a:pt x="105" y="103"/>
                      <a:pt x="108" y="103"/>
                    </a:cubicBezTo>
                    <a:close/>
                    <a:moveTo>
                      <a:pt x="90" y="4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3" y="18"/>
                      <a:pt x="113" y="18"/>
                      <a:pt x="113" y="18"/>
                    </a:cubicBezTo>
                    <a:lnTo>
                      <a:pt x="90" y="41"/>
                    </a:lnTo>
                    <a:close/>
                    <a:moveTo>
                      <a:pt x="98" y="48"/>
                    </a:moveTo>
                    <a:cubicBezTo>
                      <a:pt x="96" y="46"/>
                      <a:pt x="96" y="46"/>
                      <a:pt x="96" y="46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8" y="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102" name="Group 89">
                <a:extLst>
                  <a:ext uri="{FF2B5EF4-FFF2-40B4-BE49-F238E27FC236}">
                    <a16:creationId xmlns:a16="http://schemas.microsoft.com/office/drawing/2014/main" id="{8A60F068-6C1E-870D-605A-056072CAEC2F}"/>
                  </a:ext>
                </a:extLst>
              </p:cNvPr>
              <p:cNvGrpSpPr/>
              <p:nvPr/>
            </p:nvGrpSpPr>
            <p:grpSpPr>
              <a:xfrm flipH="1">
                <a:off x="5864987" y="3924368"/>
                <a:ext cx="125925" cy="90008"/>
                <a:chOff x="1585913" y="1584325"/>
                <a:chExt cx="461963" cy="330201"/>
              </a:xfrm>
              <a:grpFill/>
            </p:grpSpPr>
            <p:sp>
              <p:nvSpPr>
                <p:cNvPr id="109" name="Freeform 13">
                  <a:extLst>
                    <a:ext uri="{FF2B5EF4-FFF2-40B4-BE49-F238E27FC236}">
                      <a16:creationId xmlns:a16="http://schemas.microsoft.com/office/drawing/2014/main" id="{28BAA402-FE7D-C30F-4E26-9CC1CFAF9B18}"/>
                    </a:ext>
                  </a:extLst>
                </p:cNvPr>
                <p:cNvSpPr/>
                <p:nvPr/>
              </p:nvSpPr>
              <p:spPr bwMode="auto">
                <a:xfrm>
                  <a:off x="1585913" y="1646238"/>
                  <a:ext cx="461963" cy="268288"/>
                </a:xfrm>
                <a:custGeom>
                  <a:avLst/>
                  <a:gdLst>
                    <a:gd name="T0" fmla="*/ 0 w 291"/>
                    <a:gd name="T1" fmla="*/ 0 h 169"/>
                    <a:gd name="T2" fmla="*/ 0 w 291"/>
                    <a:gd name="T3" fmla="*/ 169 h 169"/>
                    <a:gd name="T4" fmla="*/ 291 w 291"/>
                    <a:gd name="T5" fmla="*/ 169 h 169"/>
                    <a:gd name="T6" fmla="*/ 291 w 291"/>
                    <a:gd name="T7" fmla="*/ 0 h 169"/>
                    <a:gd name="T8" fmla="*/ 146 w 291"/>
                    <a:gd name="T9" fmla="*/ 105 h 169"/>
                    <a:gd name="T10" fmla="*/ 0 w 291"/>
                    <a:gd name="T11" fmla="*/ 0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1" h="169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291" y="169"/>
                      </a:lnTo>
                      <a:lnTo>
                        <a:pt x="291" y="0"/>
                      </a:lnTo>
                      <a:lnTo>
                        <a:pt x="146" y="10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0" name="Freeform 14">
                  <a:extLst>
                    <a:ext uri="{FF2B5EF4-FFF2-40B4-BE49-F238E27FC236}">
                      <a16:creationId xmlns:a16="http://schemas.microsoft.com/office/drawing/2014/main" id="{4AD792E4-820B-1C27-16D5-F00777C4C345}"/>
                    </a:ext>
                  </a:extLst>
                </p:cNvPr>
                <p:cNvSpPr/>
                <p:nvPr/>
              </p:nvSpPr>
              <p:spPr bwMode="auto">
                <a:xfrm>
                  <a:off x="1585913" y="1584325"/>
                  <a:ext cx="461963" cy="192088"/>
                </a:xfrm>
                <a:custGeom>
                  <a:avLst/>
                  <a:gdLst>
                    <a:gd name="T0" fmla="*/ 291 w 291"/>
                    <a:gd name="T1" fmla="*/ 17 h 121"/>
                    <a:gd name="T2" fmla="*/ 291 w 291"/>
                    <a:gd name="T3" fmla="*/ 0 h 121"/>
                    <a:gd name="T4" fmla="*/ 0 w 291"/>
                    <a:gd name="T5" fmla="*/ 0 h 121"/>
                    <a:gd name="T6" fmla="*/ 0 w 291"/>
                    <a:gd name="T7" fmla="*/ 17 h 121"/>
                    <a:gd name="T8" fmla="*/ 146 w 291"/>
                    <a:gd name="T9" fmla="*/ 121 h 121"/>
                    <a:gd name="T10" fmla="*/ 291 w 291"/>
                    <a:gd name="T11" fmla="*/ 1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1" h="120">
                      <a:moveTo>
                        <a:pt x="291" y="17"/>
                      </a:moveTo>
                      <a:lnTo>
                        <a:pt x="291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146" y="121"/>
                      </a:lnTo>
                      <a:lnTo>
                        <a:pt x="291" y="1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103" name="Group 92">
                <a:extLst>
                  <a:ext uri="{FF2B5EF4-FFF2-40B4-BE49-F238E27FC236}">
                    <a16:creationId xmlns:a16="http://schemas.microsoft.com/office/drawing/2014/main" id="{5C5D66EE-DD53-FD50-58F8-D65F8EEFCA3F}"/>
                  </a:ext>
                </a:extLst>
              </p:cNvPr>
              <p:cNvGrpSpPr/>
              <p:nvPr/>
            </p:nvGrpSpPr>
            <p:grpSpPr>
              <a:xfrm>
                <a:off x="7155332" y="2316256"/>
                <a:ext cx="172001" cy="107139"/>
                <a:chOff x="5172076" y="1938338"/>
                <a:chExt cx="471488" cy="293688"/>
              </a:xfrm>
              <a:grpFill/>
            </p:grpSpPr>
            <p:sp>
              <p:nvSpPr>
                <p:cNvPr id="106" name="Freeform 8">
                  <a:extLst>
                    <a:ext uri="{FF2B5EF4-FFF2-40B4-BE49-F238E27FC236}">
                      <a16:creationId xmlns:a16="http://schemas.microsoft.com/office/drawing/2014/main" id="{4C28F389-F536-CF1E-183B-B612D0DE5C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172076" y="1938338"/>
                  <a:ext cx="471488" cy="293688"/>
                </a:xfrm>
                <a:custGeom>
                  <a:avLst/>
                  <a:gdLst>
                    <a:gd name="T0" fmla="*/ 113 w 125"/>
                    <a:gd name="T1" fmla="*/ 18 h 78"/>
                    <a:gd name="T2" fmla="*/ 113 w 125"/>
                    <a:gd name="T3" fmla="*/ 0 h 78"/>
                    <a:gd name="T4" fmla="*/ 0 w 125"/>
                    <a:gd name="T5" fmla="*/ 0 h 78"/>
                    <a:gd name="T6" fmla="*/ 0 w 125"/>
                    <a:gd name="T7" fmla="*/ 78 h 78"/>
                    <a:gd name="T8" fmla="*/ 113 w 125"/>
                    <a:gd name="T9" fmla="*/ 78 h 78"/>
                    <a:gd name="T10" fmla="*/ 113 w 125"/>
                    <a:gd name="T11" fmla="*/ 60 h 78"/>
                    <a:gd name="T12" fmla="*/ 125 w 125"/>
                    <a:gd name="T13" fmla="*/ 54 h 78"/>
                    <a:gd name="T14" fmla="*/ 125 w 125"/>
                    <a:gd name="T15" fmla="*/ 26 h 78"/>
                    <a:gd name="T16" fmla="*/ 113 w 125"/>
                    <a:gd name="T17" fmla="*/ 18 h 78"/>
                    <a:gd name="T18" fmla="*/ 104 w 125"/>
                    <a:gd name="T19" fmla="*/ 69 h 78"/>
                    <a:gd name="T20" fmla="*/ 10 w 125"/>
                    <a:gd name="T21" fmla="*/ 69 h 78"/>
                    <a:gd name="T22" fmla="*/ 10 w 125"/>
                    <a:gd name="T23" fmla="*/ 10 h 78"/>
                    <a:gd name="T24" fmla="*/ 104 w 125"/>
                    <a:gd name="T25" fmla="*/ 10 h 78"/>
                    <a:gd name="T26" fmla="*/ 104 w 125"/>
                    <a:gd name="T27" fmla="*/ 69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5" h="78">
                      <a:moveTo>
                        <a:pt x="113" y="18"/>
                      </a:moveTo>
                      <a:cubicBezTo>
                        <a:pt x="113" y="0"/>
                        <a:pt x="113" y="0"/>
                        <a:pt x="11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113" y="78"/>
                        <a:pt x="113" y="78"/>
                        <a:pt x="113" y="78"/>
                      </a:cubicBezTo>
                      <a:cubicBezTo>
                        <a:pt x="113" y="60"/>
                        <a:pt x="113" y="60"/>
                        <a:pt x="113" y="60"/>
                      </a:cubicBezTo>
                      <a:cubicBezTo>
                        <a:pt x="117" y="60"/>
                        <a:pt x="125" y="61"/>
                        <a:pt x="125" y="54"/>
                      </a:cubicBezTo>
                      <a:cubicBezTo>
                        <a:pt x="125" y="26"/>
                        <a:pt x="125" y="26"/>
                        <a:pt x="125" y="26"/>
                      </a:cubicBezTo>
                      <a:cubicBezTo>
                        <a:pt x="125" y="17"/>
                        <a:pt x="116" y="18"/>
                        <a:pt x="113" y="18"/>
                      </a:cubicBezTo>
                      <a:close/>
                      <a:moveTo>
                        <a:pt x="104" y="69"/>
                      </a:moveTo>
                      <a:cubicBezTo>
                        <a:pt x="10" y="69"/>
                        <a:pt x="10" y="69"/>
                        <a:pt x="10" y="69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4" y="10"/>
                        <a:pt x="104" y="10"/>
                        <a:pt x="104" y="10"/>
                      </a:cubicBezTo>
                      <a:lnTo>
                        <a:pt x="104" y="6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07" name="Rectangle 9">
                  <a:extLst>
                    <a:ext uri="{FF2B5EF4-FFF2-40B4-BE49-F238E27FC236}">
                      <a16:creationId xmlns:a16="http://schemas.microsoft.com/office/drawing/2014/main" id="{F4445BB5-C60E-0CB0-4EA3-BAA8B4C568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35576" y="2001838"/>
                  <a:ext cx="90488" cy="1666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08" name="Rectangle 10">
                  <a:extLst>
                    <a:ext uri="{FF2B5EF4-FFF2-40B4-BE49-F238E27FC236}">
                      <a16:creationId xmlns:a16="http://schemas.microsoft.com/office/drawing/2014/main" id="{CAFCE83D-8BB2-3CA4-8E74-CD0FD11DF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41938" y="2001838"/>
                  <a:ext cx="85725" cy="1666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104" name="Freeform 10">
                <a:extLst>
                  <a:ext uri="{FF2B5EF4-FFF2-40B4-BE49-F238E27FC236}">
                    <a16:creationId xmlns:a16="http://schemas.microsoft.com/office/drawing/2014/main" id="{6D2EAFD0-DF52-E1B3-06A1-A071B1AD05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82065" y="1938703"/>
                <a:ext cx="162038" cy="142413"/>
              </a:xfrm>
              <a:custGeom>
                <a:avLst/>
                <a:gdLst>
                  <a:gd name="T0" fmla="*/ 121 w 122"/>
                  <a:gd name="T1" fmla="*/ 103 h 107"/>
                  <a:gd name="T2" fmla="*/ 63 w 122"/>
                  <a:gd name="T3" fmla="*/ 1 h 107"/>
                  <a:gd name="T4" fmla="*/ 61 w 122"/>
                  <a:gd name="T5" fmla="*/ 0 h 107"/>
                  <a:gd name="T6" fmla="*/ 59 w 122"/>
                  <a:gd name="T7" fmla="*/ 1 h 107"/>
                  <a:gd name="T8" fmla="*/ 1 w 122"/>
                  <a:gd name="T9" fmla="*/ 103 h 107"/>
                  <a:gd name="T10" fmla="*/ 0 w 122"/>
                  <a:gd name="T11" fmla="*/ 105 h 107"/>
                  <a:gd name="T12" fmla="*/ 0 w 122"/>
                  <a:gd name="T13" fmla="*/ 106 h 107"/>
                  <a:gd name="T14" fmla="*/ 3 w 122"/>
                  <a:gd name="T15" fmla="*/ 107 h 107"/>
                  <a:gd name="T16" fmla="*/ 119 w 122"/>
                  <a:gd name="T17" fmla="*/ 107 h 107"/>
                  <a:gd name="T18" fmla="*/ 121 w 122"/>
                  <a:gd name="T19" fmla="*/ 106 h 107"/>
                  <a:gd name="T20" fmla="*/ 121 w 122"/>
                  <a:gd name="T21" fmla="*/ 103 h 107"/>
                  <a:gd name="T22" fmla="*/ 55 w 122"/>
                  <a:gd name="T23" fmla="*/ 38 h 107"/>
                  <a:gd name="T24" fmla="*/ 67 w 122"/>
                  <a:gd name="T25" fmla="*/ 38 h 107"/>
                  <a:gd name="T26" fmla="*/ 67 w 122"/>
                  <a:gd name="T27" fmla="*/ 76 h 107"/>
                  <a:gd name="T28" fmla="*/ 55 w 122"/>
                  <a:gd name="T29" fmla="*/ 76 h 107"/>
                  <a:gd name="T30" fmla="*/ 55 w 122"/>
                  <a:gd name="T31" fmla="*/ 38 h 107"/>
                  <a:gd name="T32" fmla="*/ 61 w 122"/>
                  <a:gd name="T33" fmla="*/ 97 h 107"/>
                  <a:gd name="T34" fmla="*/ 55 w 122"/>
                  <a:gd name="T35" fmla="*/ 91 h 107"/>
                  <a:gd name="T36" fmla="*/ 61 w 122"/>
                  <a:gd name="T37" fmla="*/ 86 h 107"/>
                  <a:gd name="T38" fmla="*/ 67 w 122"/>
                  <a:gd name="T39" fmla="*/ 91 h 107"/>
                  <a:gd name="T40" fmla="*/ 61 w 122"/>
                  <a:gd name="T41" fmla="*/ 9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07">
                    <a:moveTo>
                      <a:pt x="121" y="103"/>
                    </a:move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2" y="0"/>
                      <a:pt x="61" y="0"/>
                    </a:cubicBezTo>
                    <a:cubicBezTo>
                      <a:pt x="60" y="0"/>
                      <a:pt x="59" y="1"/>
                      <a:pt x="59" y="1"/>
                    </a:cubicBez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4"/>
                      <a:pt x="0" y="104"/>
                      <a:pt x="0" y="10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" y="107"/>
                      <a:pt x="2" y="107"/>
                      <a:pt x="3" y="107"/>
                    </a:cubicBezTo>
                    <a:cubicBezTo>
                      <a:pt x="119" y="107"/>
                      <a:pt x="119" y="107"/>
                      <a:pt x="119" y="107"/>
                    </a:cubicBezTo>
                    <a:cubicBezTo>
                      <a:pt x="120" y="107"/>
                      <a:pt x="121" y="107"/>
                      <a:pt x="121" y="106"/>
                    </a:cubicBezTo>
                    <a:cubicBezTo>
                      <a:pt x="122" y="105"/>
                      <a:pt x="122" y="104"/>
                      <a:pt x="121" y="103"/>
                    </a:cubicBezTo>
                    <a:close/>
                    <a:moveTo>
                      <a:pt x="55" y="38"/>
                    </a:move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55" y="76"/>
                      <a:pt x="55" y="76"/>
                      <a:pt x="55" y="76"/>
                    </a:cubicBezTo>
                    <a:lnTo>
                      <a:pt x="55" y="38"/>
                    </a:lnTo>
                    <a:close/>
                    <a:moveTo>
                      <a:pt x="61" y="97"/>
                    </a:moveTo>
                    <a:cubicBezTo>
                      <a:pt x="57" y="97"/>
                      <a:pt x="55" y="95"/>
                      <a:pt x="55" y="91"/>
                    </a:cubicBezTo>
                    <a:cubicBezTo>
                      <a:pt x="55" y="88"/>
                      <a:pt x="57" y="86"/>
                      <a:pt x="61" y="86"/>
                    </a:cubicBezTo>
                    <a:cubicBezTo>
                      <a:pt x="65" y="86"/>
                      <a:pt x="67" y="88"/>
                      <a:pt x="67" y="91"/>
                    </a:cubicBezTo>
                    <a:cubicBezTo>
                      <a:pt x="67" y="95"/>
                      <a:pt x="65" y="97"/>
                      <a:pt x="61" y="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5" name="Freeform 13">
                <a:extLst>
                  <a:ext uri="{FF2B5EF4-FFF2-40B4-BE49-F238E27FC236}">
                    <a16:creationId xmlns:a16="http://schemas.microsoft.com/office/drawing/2014/main" id="{22C9FA5E-6C49-0917-350A-1D6CE41E77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50219" y="2552303"/>
                <a:ext cx="152839" cy="135000"/>
              </a:xfrm>
              <a:custGeom>
                <a:avLst/>
                <a:gdLst>
                  <a:gd name="T0" fmla="*/ 132 w 134"/>
                  <a:gd name="T1" fmla="*/ 16 h 118"/>
                  <a:gd name="T2" fmla="*/ 120 w 134"/>
                  <a:gd name="T3" fmla="*/ 4 h 118"/>
                  <a:gd name="T4" fmla="*/ 115 w 134"/>
                  <a:gd name="T5" fmla="*/ 4 h 118"/>
                  <a:gd name="T6" fmla="*/ 113 w 134"/>
                  <a:gd name="T7" fmla="*/ 8 h 118"/>
                  <a:gd name="T8" fmla="*/ 111 w 134"/>
                  <a:gd name="T9" fmla="*/ 8 h 118"/>
                  <a:gd name="T10" fmla="*/ 111 w 134"/>
                  <a:gd name="T11" fmla="*/ 8 h 118"/>
                  <a:gd name="T12" fmla="*/ 80 w 134"/>
                  <a:gd name="T13" fmla="*/ 39 h 118"/>
                  <a:gd name="T14" fmla="*/ 78 w 134"/>
                  <a:gd name="T15" fmla="*/ 47 h 118"/>
                  <a:gd name="T16" fmla="*/ 82 w 134"/>
                  <a:gd name="T17" fmla="*/ 50 h 118"/>
                  <a:gd name="T18" fmla="*/ 82 w 134"/>
                  <a:gd name="T19" fmla="*/ 50 h 118"/>
                  <a:gd name="T20" fmla="*/ 82 w 134"/>
                  <a:gd name="T21" fmla="*/ 50 h 118"/>
                  <a:gd name="T22" fmla="*/ 75 w 134"/>
                  <a:gd name="T23" fmla="*/ 57 h 118"/>
                  <a:gd name="T24" fmla="*/ 53 w 134"/>
                  <a:gd name="T25" fmla="*/ 35 h 118"/>
                  <a:gd name="T26" fmla="*/ 46 w 134"/>
                  <a:gd name="T27" fmla="*/ 9 h 118"/>
                  <a:gd name="T28" fmla="*/ 21 w 134"/>
                  <a:gd name="T29" fmla="*/ 2 h 118"/>
                  <a:gd name="T30" fmla="*/ 36 w 134"/>
                  <a:gd name="T31" fmla="*/ 17 h 118"/>
                  <a:gd name="T32" fmla="*/ 32 w 134"/>
                  <a:gd name="T33" fmla="*/ 32 h 118"/>
                  <a:gd name="T34" fmla="*/ 17 w 134"/>
                  <a:gd name="T35" fmla="*/ 36 h 118"/>
                  <a:gd name="T36" fmla="*/ 2 w 134"/>
                  <a:gd name="T37" fmla="*/ 21 h 118"/>
                  <a:gd name="T38" fmla="*/ 9 w 134"/>
                  <a:gd name="T39" fmla="*/ 46 h 118"/>
                  <a:gd name="T40" fmla="*/ 36 w 134"/>
                  <a:gd name="T41" fmla="*/ 53 h 118"/>
                  <a:gd name="T42" fmla="*/ 36 w 134"/>
                  <a:gd name="T43" fmla="*/ 53 h 118"/>
                  <a:gd name="T44" fmla="*/ 58 w 134"/>
                  <a:gd name="T45" fmla="*/ 74 h 118"/>
                  <a:gd name="T46" fmla="*/ 37 w 134"/>
                  <a:gd name="T47" fmla="*/ 95 h 118"/>
                  <a:gd name="T48" fmla="*/ 36 w 134"/>
                  <a:gd name="T49" fmla="*/ 94 h 118"/>
                  <a:gd name="T50" fmla="*/ 30 w 134"/>
                  <a:gd name="T51" fmla="*/ 99 h 118"/>
                  <a:gd name="T52" fmla="*/ 20 w 134"/>
                  <a:gd name="T53" fmla="*/ 114 h 118"/>
                  <a:gd name="T54" fmla="*/ 23 w 134"/>
                  <a:gd name="T55" fmla="*/ 116 h 118"/>
                  <a:gd name="T56" fmla="*/ 38 w 134"/>
                  <a:gd name="T57" fmla="*/ 107 h 118"/>
                  <a:gd name="T58" fmla="*/ 43 w 134"/>
                  <a:gd name="T59" fmla="*/ 101 h 118"/>
                  <a:gd name="T60" fmla="*/ 42 w 134"/>
                  <a:gd name="T61" fmla="*/ 100 h 118"/>
                  <a:gd name="T62" fmla="*/ 62 w 134"/>
                  <a:gd name="T63" fmla="*/ 79 h 118"/>
                  <a:gd name="T64" fmla="*/ 98 w 134"/>
                  <a:gd name="T65" fmla="*/ 114 h 118"/>
                  <a:gd name="T66" fmla="*/ 106 w 134"/>
                  <a:gd name="T67" fmla="*/ 118 h 118"/>
                  <a:gd name="T68" fmla="*/ 115 w 134"/>
                  <a:gd name="T69" fmla="*/ 114 h 118"/>
                  <a:gd name="T70" fmla="*/ 115 w 134"/>
                  <a:gd name="T71" fmla="*/ 97 h 118"/>
                  <a:gd name="T72" fmla="*/ 80 w 134"/>
                  <a:gd name="T73" fmla="*/ 62 h 118"/>
                  <a:gd name="T74" fmla="*/ 87 w 134"/>
                  <a:gd name="T75" fmla="*/ 55 h 118"/>
                  <a:gd name="T76" fmla="*/ 90 w 134"/>
                  <a:gd name="T77" fmla="*/ 58 h 118"/>
                  <a:gd name="T78" fmla="*/ 97 w 134"/>
                  <a:gd name="T79" fmla="*/ 56 h 118"/>
                  <a:gd name="T80" fmla="*/ 127 w 134"/>
                  <a:gd name="T81" fmla="*/ 26 h 118"/>
                  <a:gd name="T82" fmla="*/ 128 w 134"/>
                  <a:gd name="T83" fmla="*/ 25 h 118"/>
                  <a:gd name="T84" fmla="*/ 128 w 134"/>
                  <a:gd name="T85" fmla="*/ 25 h 118"/>
                  <a:gd name="T86" fmla="*/ 129 w 134"/>
                  <a:gd name="T87" fmla="*/ 23 h 118"/>
                  <a:gd name="T88" fmla="*/ 132 w 134"/>
                  <a:gd name="T89" fmla="*/ 22 h 118"/>
                  <a:gd name="T90" fmla="*/ 132 w 134"/>
                  <a:gd name="T91" fmla="*/ 16 h 118"/>
                  <a:gd name="T92" fmla="*/ 108 w 134"/>
                  <a:gd name="T93" fmla="*/ 103 h 118"/>
                  <a:gd name="T94" fmla="*/ 112 w 134"/>
                  <a:gd name="T95" fmla="*/ 108 h 118"/>
                  <a:gd name="T96" fmla="*/ 108 w 134"/>
                  <a:gd name="T97" fmla="*/ 112 h 118"/>
                  <a:gd name="T98" fmla="*/ 103 w 134"/>
                  <a:gd name="T99" fmla="*/ 108 h 118"/>
                  <a:gd name="T100" fmla="*/ 108 w 134"/>
                  <a:gd name="T101" fmla="*/ 103 h 118"/>
                  <a:gd name="T102" fmla="*/ 90 w 134"/>
                  <a:gd name="T103" fmla="*/ 41 h 118"/>
                  <a:gd name="T104" fmla="*/ 88 w 134"/>
                  <a:gd name="T105" fmla="*/ 39 h 118"/>
                  <a:gd name="T106" fmla="*/ 111 w 134"/>
                  <a:gd name="T107" fmla="*/ 16 h 118"/>
                  <a:gd name="T108" fmla="*/ 113 w 134"/>
                  <a:gd name="T109" fmla="*/ 18 h 118"/>
                  <a:gd name="T110" fmla="*/ 90 w 134"/>
                  <a:gd name="T111" fmla="*/ 41 h 118"/>
                  <a:gd name="T112" fmla="*/ 98 w 134"/>
                  <a:gd name="T113" fmla="*/ 48 h 118"/>
                  <a:gd name="T114" fmla="*/ 96 w 134"/>
                  <a:gd name="T115" fmla="*/ 46 h 118"/>
                  <a:gd name="T116" fmla="*/ 118 w 134"/>
                  <a:gd name="T117" fmla="*/ 23 h 118"/>
                  <a:gd name="T118" fmla="*/ 120 w 134"/>
                  <a:gd name="T119" fmla="*/ 25 h 118"/>
                  <a:gd name="T120" fmla="*/ 98 w 134"/>
                  <a:gd name="T121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4" h="118">
                    <a:moveTo>
                      <a:pt x="132" y="16"/>
                    </a:moveTo>
                    <a:cubicBezTo>
                      <a:pt x="120" y="4"/>
                      <a:pt x="120" y="4"/>
                      <a:pt x="120" y="4"/>
                    </a:cubicBezTo>
                    <a:cubicBezTo>
                      <a:pt x="119" y="2"/>
                      <a:pt x="116" y="2"/>
                      <a:pt x="115" y="4"/>
                    </a:cubicBezTo>
                    <a:cubicBezTo>
                      <a:pt x="114" y="5"/>
                      <a:pt x="113" y="6"/>
                      <a:pt x="113" y="8"/>
                    </a:cubicBezTo>
                    <a:cubicBezTo>
                      <a:pt x="113" y="8"/>
                      <a:pt x="112" y="8"/>
                      <a:pt x="111" y="8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81" y="42"/>
                      <a:pt x="80" y="44"/>
                      <a:pt x="78" y="47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6" y="26"/>
                      <a:pt x="53" y="16"/>
                      <a:pt x="46" y="9"/>
                    </a:cubicBezTo>
                    <a:cubicBezTo>
                      <a:pt x="39" y="2"/>
                      <a:pt x="30" y="0"/>
                      <a:pt x="21" y="2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2" y="39"/>
                      <a:pt x="9" y="46"/>
                    </a:cubicBezTo>
                    <a:cubicBezTo>
                      <a:pt x="16" y="54"/>
                      <a:pt x="27" y="56"/>
                      <a:pt x="36" y="53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37" y="95"/>
                      <a:pt x="37" y="95"/>
                      <a:pt x="37" y="95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0" y="99"/>
                      <a:pt x="30" y="99"/>
                      <a:pt x="30" y="99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3" y="116"/>
                      <a:pt x="23" y="116"/>
                      <a:pt x="23" y="11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00" y="117"/>
                      <a:pt x="103" y="118"/>
                      <a:pt x="106" y="118"/>
                    </a:cubicBezTo>
                    <a:cubicBezTo>
                      <a:pt x="110" y="118"/>
                      <a:pt x="113" y="117"/>
                      <a:pt x="115" y="114"/>
                    </a:cubicBezTo>
                    <a:cubicBezTo>
                      <a:pt x="120" y="110"/>
                      <a:pt x="120" y="102"/>
                      <a:pt x="115" y="97"/>
                    </a:cubicBezTo>
                    <a:cubicBezTo>
                      <a:pt x="80" y="62"/>
                      <a:pt x="80" y="62"/>
                      <a:pt x="80" y="62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2" y="56"/>
                      <a:pt x="95" y="56"/>
                      <a:pt x="97" y="56"/>
                    </a:cubicBezTo>
                    <a:cubicBezTo>
                      <a:pt x="127" y="26"/>
                      <a:pt x="127" y="26"/>
                      <a:pt x="127" y="26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9" y="24"/>
                      <a:pt x="129" y="23"/>
                    </a:cubicBezTo>
                    <a:cubicBezTo>
                      <a:pt x="130" y="23"/>
                      <a:pt x="131" y="23"/>
                      <a:pt x="132" y="22"/>
                    </a:cubicBezTo>
                    <a:cubicBezTo>
                      <a:pt x="134" y="20"/>
                      <a:pt x="134" y="17"/>
                      <a:pt x="132" y="16"/>
                    </a:cubicBezTo>
                    <a:close/>
                    <a:moveTo>
                      <a:pt x="108" y="103"/>
                    </a:moveTo>
                    <a:cubicBezTo>
                      <a:pt x="110" y="103"/>
                      <a:pt x="112" y="105"/>
                      <a:pt x="112" y="108"/>
                    </a:cubicBezTo>
                    <a:cubicBezTo>
                      <a:pt x="112" y="110"/>
                      <a:pt x="110" y="112"/>
                      <a:pt x="108" y="112"/>
                    </a:cubicBezTo>
                    <a:cubicBezTo>
                      <a:pt x="105" y="112"/>
                      <a:pt x="103" y="110"/>
                      <a:pt x="103" y="108"/>
                    </a:cubicBezTo>
                    <a:cubicBezTo>
                      <a:pt x="103" y="105"/>
                      <a:pt x="105" y="103"/>
                      <a:pt x="108" y="103"/>
                    </a:cubicBezTo>
                    <a:close/>
                    <a:moveTo>
                      <a:pt x="90" y="4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3" y="18"/>
                      <a:pt x="113" y="18"/>
                      <a:pt x="113" y="18"/>
                    </a:cubicBezTo>
                    <a:lnTo>
                      <a:pt x="90" y="41"/>
                    </a:lnTo>
                    <a:close/>
                    <a:moveTo>
                      <a:pt x="98" y="48"/>
                    </a:moveTo>
                    <a:cubicBezTo>
                      <a:pt x="96" y="46"/>
                      <a:pt x="96" y="46"/>
                      <a:pt x="96" y="46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8" y="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8DB15870-1252-1E77-37C9-C94862F8A3C9}"/>
                </a:ext>
              </a:extLst>
            </p:cNvPr>
            <p:cNvSpPr/>
            <p:nvPr/>
          </p:nvSpPr>
          <p:spPr bwMode="auto">
            <a:xfrm>
              <a:off x="1668371" y="1575568"/>
              <a:ext cx="2640436" cy="598133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nhân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viên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C4FBCC68-76EE-9064-104D-16F22303A6AD}"/>
                </a:ext>
              </a:extLst>
            </p:cNvPr>
            <p:cNvSpPr/>
            <p:nvPr/>
          </p:nvSpPr>
          <p:spPr bwMode="auto">
            <a:xfrm>
              <a:off x="1054662" y="2482677"/>
              <a:ext cx="2774059" cy="609999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sản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phẩm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0FD2F8AE-F85C-E55E-E78D-5AA6E7FD083B}"/>
                </a:ext>
              </a:extLst>
            </p:cNvPr>
            <p:cNvSpPr/>
            <p:nvPr/>
          </p:nvSpPr>
          <p:spPr bwMode="auto">
            <a:xfrm>
              <a:off x="1185382" y="3470267"/>
              <a:ext cx="2640436" cy="609999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thương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hiệu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3E41E8F9-4EAC-F911-85E3-BC18B5FEA1B6}"/>
                </a:ext>
              </a:extLst>
            </p:cNvPr>
            <p:cNvSpPr/>
            <p:nvPr/>
          </p:nvSpPr>
          <p:spPr bwMode="auto">
            <a:xfrm flipH="1">
              <a:off x="8314043" y="1606467"/>
              <a:ext cx="2315206" cy="560707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kho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D2848337-5402-250E-3813-0D65A09E0878}"/>
                </a:ext>
              </a:extLst>
            </p:cNvPr>
            <p:cNvSpPr/>
            <p:nvPr/>
          </p:nvSpPr>
          <p:spPr bwMode="auto">
            <a:xfrm flipH="1">
              <a:off x="8632990" y="2477505"/>
              <a:ext cx="2315206" cy="568550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Duyệt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phiếu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nhập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457D8350-0BE1-6428-0EDA-A7D667CDD2AE}"/>
                </a:ext>
              </a:extLst>
            </p:cNvPr>
            <p:cNvSpPr/>
            <p:nvPr/>
          </p:nvSpPr>
          <p:spPr bwMode="auto">
            <a:xfrm flipH="1">
              <a:off x="8619302" y="3461770"/>
              <a:ext cx="2315206" cy="568550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đơn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hàng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140" name="Freeform 6">
            <a:extLst>
              <a:ext uri="{FF2B5EF4-FFF2-40B4-BE49-F238E27FC236}">
                <a16:creationId xmlns:a16="http://schemas.microsoft.com/office/drawing/2014/main" id="{6F1A9621-7605-DB65-41E7-EDBE4DB1E2DC}"/>
              </a:ext>
            </a:extLst>
          </p:cNvPr>
          <p:cNvSpPr/>
          <p:nvPr/>
        </p:nvSpPr>
        <p:spPr bwMode="auto">
          <a:xfrm>
            <a:off x="2637441" y="6642528"/>
            <a:ext cx="3774859" cy="872076"/>
          </a:xfrm>
          <a:custGeom>
            <a:avLst/>
            <a:gdLst>
              <a:gd name="T0" fmla="*/ 16 w 1028"/>
              <a:gd name="T1" fmla="*/ 0 h 522"/>
              <a:gd name="T2" fmla="*/ 941 w 1028"/>
              <a:gd name="T3" fmla="*/ 0 h 522"/>
              <a:gd name="T4" fmla="*/ 958 w 1028"/>
              <a:gd name="T5" fmla="*/ 16 h 522"/>
              <a:gd name="T6" fmla="*/ 958 w 1028"/>
              <a:gd name="T7" fmla="*/ 225 h 522"/>
              <a:gd name="T8" fmla="*/ 1028 w 1028"/>
              <a:gd name="T9" fmla="*/ 262 h 522"/>
              <a:gd name="T10" fmla="*/ 958 w 1028"/>
              <a:gd name="T11" fmla="*/ 302 h 522"/>
              <a:gd name="T12" fmla="*/ 958 w 1028"/>
              <a:gd name="T13" fmla="*/ 506 h 522"/>
              <a:gd name="T14" fmla="*/ 941 w 1028"/>
              <a:gd name="T15" fmla="*/ 522 h 522"/>
              <a:gd name="T16" fmla="*/ 16 w 1028"/>
              <a:gd name="T17" fmla="*/ 522 h 522"/>
              <a:gd name="T18" fmla="*/ 0 w 1028"/>
              <a:gd name="T19" fmla="*/ 506 h 522"/>
              <a:gd name="T20" fmla="*/ 0 w 1028"/>
              <a:gd name="T21" fmla="*/ 16 h 522"/>
              <a:gd name="T22" fmla="*/ 16 w 1028"/>
              <a:gd name="T2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8" h="522">
                <a:moveTo>
                  <a:pt x="16" y="0"/>
                </a:moveTo>
                <a:cubicBezTo>
                  <a:pt x="941" y="0"/>
                  <a:pt x="941" y="0"/>
                  <a:pt x="941" y="0"/>
                </a:cubicBezTo>
                <a:cubicBezTo>
                  <a:pt x="950" y="0"/>
                  <a:pt x="958" y="7"/>
                  <a:pt x="958" y="16"/>
                </a:cubicBezTo>
                <a:cubicBezTo>
                  <a:pt x="958" y="225"/>
                  <a:pt x="958" y="225"/>
                  <a:pt x="958" y="225"/>
                </a:cubicBezTo>
                <a:cubicBezTo>
                  <a:pt x="1028" y="262"/>
                  <a:pt x="1028" y="262"/>
                  <a:pt x="1028" y="262"/>
                </a:cubicBezTo>
                <a:cubicBezTo>
                  <a:pt x="958" y="302"/>
                  <a:pt x="958" y="302"/>
                  <a:pt x="958" y="302"/>
                </a:cubicBezTo>
                <a:cubicBezTo>
                  <a:pt x="958" y="506"/>
                  <a:pt x="958" y="506"/>
                  <a:pt x="958" y="506"/>
                </a:cubicBezTo>
                <a:cubicBezTo>
                  <a:pt x="958" y="514"/>
                  <a:pt x="950" y="522"/>
                  <a:pt x="941" y="522"/>
                </a:cubicBezTo>
                <a:cubicBezTo>
                  <a:pt x="16" y="522"/>
                  <a:pt x="16" y="522"/>
                  <a:pt x="16" y="522"/>
                </a:cubicBezTo>
                <a:cubicBezTo>
                  <a:pt x="7" y="522"/>
                  <a:pt x="0" y="514"/>
                  <a:pt x="0" y="50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Quản </a:t>
            </a: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lý</a:t>
            </a:r>
            <a:r>
              <a: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xuất</a:t>
            </a:r>
            <a:r>
              <a: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xứ</a:t>
            </a:r>
            <a:endParaRPr lang="en-US" sz="24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Muli Bold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Freeform 6">
            <a:extLst>
              <a:ext uri="{FF2B5EF4-FFF2-40B4-BE49-F238E27FC236}">
                <a16:creationId xmlns:a16="http://schemas.microsoft.com/office/drawing/2014/main" id="{CA5CAC53-5F73-E2AF-D61F-FBF7CD9EBA9B}"/>
              </a:ext>
            </a:extLst>
          </p:cNvPr>
          <p:cNvSpPr/>
          <p:nvPr/>
        </p:nvSpPr>
        <p:spPr bwMode="auto">
          <a:xfrm flipH="1">
            <a:off x="12136591" y="6672156"/>
            <a:ext cx="3309899" cy="812819"/>
          </a:xfrm>
          <a:custGeom>
            <a:avLst/>
            <a:gdLst>
              <a:gd name="T0" fmla="*/ 16 w 1028"/>
              <a:gd name="T1" fmla="*/ 0 h 522"/>
              <a:gd name="T2" fmla="*/ 941 w 1028"/>
              <a:gd name="T3" fmla="*/ 0 h 522"/>
              <a:gd name="T4" fmla="*/ 958 w 1028"/>
              <a:gd name="T5" fmla="*/ 16 h 522"/>
              <a:gd name="T6" fmla="*/ 958 w 1028"/>
              <a:gd name="T7" fmla="*/ 225 h 522"/>
              <a:gd name="T8" fmla="*/ 1028 w 1028"/>
              <a:gd name="T9" fmla="*/ 262 h 522"/>
              <a:gd name="T10" fmla="*/ 958 w 1028"/>
              <a:gd name="T11" fmla="*/ 302 h 522"/>
              <a:gd name="T12" fmla="*/ 958 w 1028"/>
              <a:gd name="T13" fmla="*/ 506 h 522"/>
              <a:gd name="T14" fmla="*/ 941 w 1028"/>
              <a:gd name="T15" fmla="*/ 522 h 522"/>
              <a:gd name="T16" fmla="*/ 16 w 1028"/>
              <a:gd name="T17" fmla="*/ 522 h 522"/>
              <a:gd name="T18" fmla="*/ 0 w 1028"/>
              <a:gd name="T19" fmla="*/ 506 h 522"/>
              <a:gd name="T20" fmla="*/ 0 w 1028"/>
              <a:gd name="T21" fmla="*/ 16 h 522"/>
              <a:gd name="T22" fmla="*/ 16 w 1028"/>
              <a:gd name="T2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8" h="522">
                <a:moveTo>
                  <a:pt x="16" y="0"/>
                </a:moveTo>
                <a:cubicBezTo>
                  <a:pt x="941" y="0"/>
                  <a:pt x="941" y="0"/>
                  <a:pt x="941" y="0"/>
                </a:cubicBezTo>
                <a:cubicBezTo>
                  <a:pt x="950" y="0"/>
                  <a:pt x="958" y="7"/>
                  <a:pt x="958" y="16"/>
                </a:cubicBezTo>
                <a:cubicBezTo>
                  <a:pt x="958" y="225"/>
                  <a:pt x="958" y="225"/>
                  <a:pt x="958" y="225"/>
                </a:cubicBezTo>
                <a:cubicBezTo>
                  <a:pt x="1028" y="262"/>
                  <a:pt x="1028" y="262"/>
                  <a:pt x="1028" y="262"/>
                </a:cubicBezTo>
                <a:cubicBezTo>
                  <a:pt x="958" y="302"/>
                  <a:pt x="958" y="302"/>
                  <a:pt x="958" y="302"/>
                </a:cubicBezTo>
                <a:cubicBezTo>
                  <a:pt x="958" y="506"/>
                  <a:pt x="958" y="506"/>
                  <a:pt x="958" y="506"/>
                </a:cubicBezTo>
                <a:cubicBezTo>
                  <a:pt x="958" y="514"/>
                  <a:pt x="950" y="522"/>
                  <a:pt x="941" y="522"/>
                </a:cubicBezTo>
                <a:cubicBezTo>
                  <a:pt x="16" y="522"/>
                  <a:pt x="16" y="522"/>
                  <a:pt x="16" y="522"/>
                </a:cubicBezTo>
                <a:cubicBezTo>
                  <a:pt x="7" y="522"/>
                  <a:pt x="0" y="514"/>
                  <a:pt x="0" y="50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Sự</a:t>
            </a:r>
            <a:r>
              <a: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kiện</a:t>
            </a:r>
            <a:r>
              <a: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giảm</a:t>
            </a:r>
            <a:r>
              <a: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24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giá</a:t>
            </a:r>
            <a:endParaRPr lang="en-US" sz="24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Muli Bold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08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E46F9-371F-BDC0-809E-B435ACF1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83E90F1-5282-1487-95E3-C1D550A10F27}"/>
              </a:ext>
            </a:extLst>
          </p:cNvPr>
          <p:cNvSpPr txBox="1"/>
          <p:nvPr/>
        </p:nvSpPr>
        <p:spPr>
          <a:xfrm>
            <a:off x="4274097" y="912324"/>
            <a:ext cx="9739805" cy="120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Phân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tích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mô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tả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chức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năng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của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website</a:t>
            </a:r>
          </a:p>
        </p:txBody>
      </p:sp>
      <p:grpSp>
        <p:nvGrpSpPr>
          <p:cNvPr id="42" name="组合 5">
            <a:extLst>
              <a:ext uri="{FF2B5EF4-FFF2-40B4-BE49-F238E27FC236}">
                <a16:creationId xmlns:a16="http://schemas.microsoft.com/office/drawing/2014/main" id="{36477BAF-8D13-C86D-BDB5-35F2AAD980D9}"/>
              </a:ext>
            </a:extLst>
          </p:cNvPr>
          <p:cNvGrpSpPr/>
          <p:nvPr/>
        </p:nvGrpSpPr>
        <p:grpSpPr>
          <a:xfrm>
            <a:off x="1689347" y="2572372"/>
            <a:ext cx="14480985" cy="6685928"/>
            <a:chOff x="1006411" y="1575568"/>
            <a:chExt cx="10129151" cy="4676669"/>
          </a:xfrm>
          <a:solidFill>
            <a:schemeClr val="bg1"/>
          </a:solidFill>
        </p:grpSpPr>
        <p:grpSp>
          <p:nvGrpSpPr>
            <p:cNvPr id="43" name="组合 6">
              <a:extLst>
                <a:ext uri="{FF2B5EF4-FFF2-40B4-BE49-F238E27FC236}">
                  <a16:creationId xmlns:a16="http://schemas.microsoft.com/office/drawing/2014/main" id="{23937477-4BE8-A081-24D7-20A8E0264DB8}"/>
                </a:ext>
              </a:extLst>
            </p:cNvPr>
            <p:cNvGrpSpPr/>
            <p:nvPr/>
          </p:nvGrpSpPr>
          <p:grpSpPr>
            <a:xfrm>
              <a:off x="4922697" y="1684102"/>
              <a:ext cx="2657043" cy="4568135"/>
              <a:chOff x="4922697" y="1684102"/>
              <a:chExt cx="2657043" cy="4568135"/>
            </a:xfrm>
            <a:grpFill/>
          </p:grpSpPr>
          <p:sp>
            <p:nvSpPr>
              <p:cNvPr id="56" name="Freeform 10">
                <a:extLst>
                  <a:ext uri="{FF2B5EF4-FFF2-40B4-BE49-F238E27FC236}">
                    <a16:creationId xmlns:a16="http://schemas.microsoft.com/office/drawing/2014/main" id="{1C0306CE-EA37-0149-9BB6-E21DC00D62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44390" y="1684102"/>
                <a:ext cx="1311548" cy="1314332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7" name="Freeform 10">
                <a:extLst>
                  <a:ext uri="{FF2B5EF4-FFF2-40B4-BE49-F238E27FC236}">
                    <a16:creationId xmlns:a16="http://schemas.microsoft.com/office/drawing/2014/main" id="{6057C21A-C73D-EF23-6D99-6044E0D4DB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37483" y="2941341"/>
                <a:ext cx="1311548" cy="1314332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8" name="Freeform 10">
                <a:extLst>
                  <a:ext uri="{FF2B5EF4-FFF2-40B4-BE49-F238E27FC236}">
                    <a16:creationId xmlns:a16="http://schemas.microsoft.com/office/drawing/2014/main" id="{819442FA-338D-C17A-F695-B1E03CBD63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2697" y="2680198"/>
                <a:ext cx="1200358" cy="1202908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9" name="Freeform 10">
                <a:extLst>
                  <a:ext uri="{FF2B5EF4-FFF2-40B4-BE49-F238E27FC236}">
                    <a16:creationId xmlns:a16="http://schemas.microsoft.com/office/drawing/2014/main" id="{BDD1A620-F64A-3C08-88F6-0315A28E93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7598" y="4091433"/>
                <a:ext cx="951503" cy="95352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0" name="Freeform 10">
                <a:extLst>
                  <a:ext uri="{FF2B5EF4-FFF2-40B4-BE49-F238E27FC236}">
                    <a16:creationId xmlns:a16="http://schemas.microsoft.com/office/drawing/2014/main" id="{54F484A3-F485-7D1B-F478-117A482A5C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637" y="2160861"/>
                <a:ext cx="475752" cy="476763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C4372A4E-09E1-3F41-1072-45088B84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67472" y="2558206"/>
                <a:ext cx="547726" cy="548889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2" name="Freeform 12">
                <a:extLst>
                  <a:ext uri="{FF2B5EF4-FFF2-40B4-BE49-F238E27FC236}">
                    <a16:creationId xmlns:a16="http://schemas.microsoft.com/office/drawing/2014/main" id="{6C127EA5-715E-5160-016B-2AD80DDB92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93137" y="3107096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3" name="Freeform 14">
                <a:extLst>
                  <a:ext uri="{FF2B5EF4-FFF2-40B4-BE49-F238E27FC236}">
                    <a16:creationId xmlns:a16="http://schemas.microsoft.com/office/drawing/2014/main" id="{3110B422-465E-BCC8-0240-E624151F04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92891" y="2227527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4" name="Freeform 15">
                <a:extLst>
                  <a:ext uri="{FF2B5EF4-FFF2-40B4-BE49-F238E27FC236}">
                    <a16:creationId xmlns:a16="http://schemas.microsoft.com/office/drawing/2014/main" id="{AFD7C843-0540-5E7E-4B41-BD7032CF8B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4642" y="2477505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5" name="Freeform 16">
                <a:extLst>
                  <a:ext uri="{FF2B5EF4-FFF2-40B4-BE49-F238E27FC236}">
                    <a16:creationId xmlns:a16="http://schemas.microsoft.com/office/drawing/2014/main" id="{11884B2D-5919-0845-DD0C-514B43500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2875" y="1885388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6" name="Freeform 17">
                <a:extLst>
                  <a:ext uri="{FF2B5EF4-FFF2-40B4-BE49-F238E27FC236}">
                    <a16:creationId xmlns:a16="http://schemas.microsoft.com/office/drawing/2014/main" id="{38B048C3-2BEE-0519-7CE9-DD1B4830E7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5952" y="3806835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7" name="Freeform 18">
                <a:extLst>
                  <a:ext uri="{FF2B5EF4-FFF2-40B4-BE49-F238E27FC236}">
                    <a16:creationId xmlns:a16="http://schemas.microsoft.com/office/drawing/2014/main" id="{A1C2010F-0002-6DDD-0163-449253B071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76629" y="3949134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8" name="Freeform 19">
                <a:extLst>
                  <a:ext uri="{FF2B5EF4-FFF2-40B4-BE49-F238E27FC236}">
                    <a16:creationId xmlns:a16="http://schemas.microsoft.com/office/drawing/2014/main" id="{71546456-A025-DD66-50A3-0A9C6B4FB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19100" y="4298636"/>
                <a:ext cx="448373" cy="449324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9" name="Freeform 20">
                <a:extLst>
                  <a:ext uri="{FF2B5EF4-FFF2-40B4-BE49-F238E27FC236}">
                    <a16:creationId xmlns:a16="http://schemas.microsoft.com/office/drawing/2014/main" id="{A505E3CB-D1D0-8E9F-5A60-B79C561D5A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59289" y="4747960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AA7E968-127A-524A-FB4A-AC030BAA36A3}"/>
                  </a:ext>
                </a:extLst>
              </p:cNvPr>
              <p:cNvSpPr/>
              <p:nvPr/>
            </p:nvSpPr>
            <p:spPr bwMode="auto">
              <a:xfrm>
                <a:off x="5385190" y="201587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1" name="Freeform 11">
                <a:extLst>
                  <a:ext uri="{FF2B5EF4-FFF2-40B4-BE49-F238E27FC236}">
                    <a16:creationId xmlns:a16="http://schemas.microsoft.com/office/drawing/2014/main" id="{700F7FE9-E6FF-73D2-1A83-A9E31041D591}"/>
                  </a:ext>
                </a:extLst>
              </p:cNvPr>
              <p:cNvSpPr/>
              <p:nvPr/>
            </p:nvSpPr>
            <p:spPr bwMode="auto">
              <a:xfrm>
                <a:off x="5753083" y="1820146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5C4F9E18-A640-1640-E8C6-C595A33198FF}"/>
                  </a:ext>
                </a:extLst>
              </p:cNvPr>
              <p:cNvSpPr/>
              <p:nvPr/>
            </p:nvSpPr>
            <p:spPr bwMode="auto">
              <a:xfrm>
                <a:off x="7055939" y="210474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3" name="Freeform 11">
                <a:extLst>
                  <a:ext uri="{FF2B5EF4-FFF2-40B4-BE49-F238E27FC236}">
                    <a16:creationId xmlns:a16="http://schemas.microsoft.com/office/drawing/2014/main" id="{861C6EBD-1C95-490F-533C-A38D72DB00C4}"/>
                  </a:ext>
                </a:extLst>
              </p:cNvPr>
              <p:cNvSpPr/>
              <p:nvPr/>
            </p:nvSpPr>
            <p:spPr bwMode="auto">
              <a:xfrm>
                <a:off x="6123055" y="297661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70399667-31C9-83CA-E8B1-890D6D98E504}"/>
                  </a:ext>
                </a:extLst>
              </p:cNvPr>
              <p:cNvSpPr/>
              <p:nvPr/>
            </p:nvSpPr>
            <p:spPr bwMode="auto">
              <a:xfrm>
                <a:off x="5669789" y="257238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7472FB73-C6CA-868C-D319-59417A1DDF89}"/>
                  </a:ext>
                </a:extLst>
              </p:cNvPr>
              <p:cNvSpPr/>
              <p:nvPr/>
            </p:nvSpPr>
            <p:spPr bwMode="auto">
              <a:xfrm>
                <a:off x="6818952" y="281632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6" name="Freeform 11">
                <a:extLst>
                  <a:ext uri="{FF2B5EF4-FFF2-40B4-BE49-F238E27FC236}">
                    <a16:creationId xmlns:a16="http://schemas.microsoft.com/office/drawing/2014/main" id="{21221082-9A95-FD07-C14C-4154A962C37D}"/>
                  </a:ext>
                </a:extLst>
              </p:cNvPr>
              <p:cNvSpPr/>
              <p:nvPr/>
            </p:nvSpPr>
            <p:spPr bwMode="auto">
              <a:xfrm>
                <a:off x="7028349" y="244688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id="{7DA08D3D-F396-E26A-6F5D-8C713D1D438E}"/>
                  </a:ext>
                </a:extLst>
              </p:cNvPr>
              <p:cNvSpPr/>
              <p:nvPr/>
            </p:nvSpPr>
            <p:spPr bwMode="auto">
              <a:xfrm>
                <a:off x="5126638" y="2333999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E4382D8B-8C7A-1BBC-5FB8-E330E3FC1E49}"/>
                  </a:ext>
                </a:extLst>
              </p:cNvPr>
              <p:cNvSpPr/>
              <p:nvPr/>
            </p:nvSpPr>
            <p:spPr bwMode="auto">
              <a:xfrm>
                <a:off x="4960397" y="274988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9" name="Freeform 11">
                <a:extLst>
                  <a:ext uri="{FF2B5EF4-FFF2-40B4-BE49-F238E27FC236}">
                    <a16:creationId xmlns:a16="http://schemas.microsoft.com/office/drawing/2014/main" id="{A1098ABC-8BF3-A752-4D66-AAD696AF22FB}"/>
                  </a:ext>
                </a:extLst>
              </p:cNvPr>
              <p:cNvSpPr/>
              <p:nvPr/>
            </p:nvSpPr>
            <p:spPr bwMode="auto">
              <a:xfrm>
                <a:off x="5255724" y="257238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0" name="Freeform 11">
                <a:extLst>
                  <a:ext uri="{FF2B5EF4-FFF2-40B4-BE49-F238E27FC236}">
                    <a16:creationId xmlns:a16="http://schemas.microsoft.com/office/drawing/2014/main" id="{CB0A7EDE-2AA0-439F-69B0-0E075D6CFDE8}"/>
                  </a:ext>
                </a:extLst>
              </p:cNvPr>
              <p:cNvSpPr/>
              <p:nvPr/>
            </p:nvSpPr>
            <p:spPr bwMode="auto">
              <a:xfrm>
                <a:off x="7348826" y="244688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315414F5-CF7E-DB2E-A0E0-9EEEE071E138}"/>
                  </a:ext>
                </a:extLst>
              </p:cNvPr>
              <p:cNvSpPr/>
              <p:nvPr/>
            </p:nvSpPr>
            <p:spPr bwMode="auto">
              <a:xfrm>
                <a:off x="7351622" y="339836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D3ACA853-CD99-354D-EFFD-950B85D1495B}"/>
                  </a:ext>
                </a:extLst>
              </p:cNvPr>
              <p:cNvSpPr/>
              <p:nvPr/>
            </p:nvSpPr>
            <p:spPr bwMode="auto">
              <a:xfrm>
                <a:off x="7450655" y="299843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4ED9BA12-50B4-6B7C-77B7-5CA69C3B6EB3}"/>
                  </a:ext>
                </a:extLst>
              </p:cNvPr>
              <p:cNvSpPr/>
              <p:nvPr/>
            </p:nvSpPr>
            <p:spPr bwMode="auto">
              <a:xfrm>
                <a:off x="5384604" y="3883891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1119EFEE-D031-4B7B-E2FD-206F1CC3A226}"/>
                  </a:ext>
                </a:extLst>
              </p:cNvPr>
              <p:cNvSpPr/>
              <p:nvPr/>
            </p:nvSpPr>
            <p:spPr bwMode="auto">
              <a:xfrm>
                <a:off x="5506513" y="423339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C0C8F37E-2D0A-F4E6-2354-7DB17CD9D08B}"/>
                  </a:ext>
                </a:extLst>
              </p:cNvPr>
              <p:cNvSpPr/>
              <p:nvPr/>
            </p:nvSpPr>
            <p:spPr bwMode="auto">
              <a:xfrm>
                <a:off x="6335621" y="4902072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6" name="Freeform 11">
                <a:extLst>
                  <a:ext uri="{FF2B5EF4-FFF2-40B4-BE49-F238E27FC236}">
                    <a16:creationId xmlns:a16="http://schemas.microsoft.com/office/drawing/2014/main" id="{CD15E4A1-361B-8496-4308-36F7B525724E}"/>
                  </a:ext>
                </a:extLst>
              </p:cNvPr>
              <p:cNvSpPr/>
              <p:nvPr/>
            </p:nvSpPr>
            <p:spPr bwMode="auto">
              <a:xfrm>
                <a:off x="6466656" y="424811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9C72A4B8-1E38-E35A-F616-956297B9EADD}"/>
                  </a:ext>
                </a:extLst>
              </p:cNvPr>
              <p:cNvSpPr/>
              <p:nvPr/>
            </p:nvSpPr>
            <p:spPr bwMode="auto">
              <a:xfrm>
                <a:off x="6899263" y="425567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53BEC92D-F00C-AEF4-6E8A-2779D7E66674}"/>
                  </a:ext>
                </a:extLst>
              </p:cNvPr>
              <p:cNvSpPr/>
              <p:nvPr/>
            </p:nvSpPr>
            <p:spPr bwMode="auto">
              <a:xfrm>
                <a:off x="6746432" y="473648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9" name="Freeform 11">
                <a:extLst>
                  <a:ext uri="{FF2B5EF4-FFF2-40B4-BE49-F238E27FC236}">
                    <a16:creationId xmlns:a16="http://schemas.microsoft.com/office/drawing/2014/main" id="{AC5F0643-D1AF-E655-0C8D-C3E3437B358B}"/>
                  </a:ext>
                </a:extLst>
              </p:cNvPr>
              <p:cNvSpPr/>
              <p:nvPr/>
            </p:nvSpPr>
            <p:spPr bwMode="auto">
              <a:xfrm>
                <a:off x="7014877" y="416527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481C57C3-9510-4F2A-EE2D-4C199EFDD4FD}"/>
                  </a:ext>
                </a:extLst>
              </p:cNvPr>
              <p:cNvSpPr/>
              <p:nvPr/>
            </p:nvSpPr>
            <p:spPr bwMode="auto">
              <a:xfrm>
                <a:off x="6976854" y="4392811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91" name="Group 42">
                <a:extLst>
                  <a:ext uri="{FF2B5EF4-FFF2-40B4-BE49-F238E27FC236}">
                    <a16:creationId xmlns:a16="http://schemas.microsoft.com/office/drawing/2014/main" id="{98951C62-C146-2D91-7545-F5F2811020D4}"/>
                  </a:ext>
                </a:extLst>
              </p:cNvPr>
              <p:cNvGrpSpPr/>
              <p:nvPr/>
            </p:nvGrpSpPr>
            <p:grpSpPr>
              <a:xfrm>
                <a:off x="5768391" y="5099287"/>
                <a:ext cx="1050563" cy="1152950"/>
                <a:chOff x="3721102" y="3890964"/>
                <a:chExt cx="749300" cy="822326"/>
              </a:xfrm>
              <a:grpFill/>
            </p:grpSpPr>
            <p:sp>
              <p:nvSpPr>
                <p:cNvPr id="135" name="Freeform 43">
                  <a:extLst>
                    <a:ext uri="{FF2B5EF4-FFF2-40B4-BE49-F238E27FC236}">
                      <a16:creationId xmlns:a16="http://schemas.microsoft.com/office/drawing/2014/main" id="{26DC150D-AA11-5D70-2C9B-15602B90220E}"/>
                    </a:ext>
                  </a:extLst>
                </p:cNvPr>
                <p:cNvSpPr/>
                <p:nvPr/>
              </p:nvSpPr>
              <p:spPr bwMode="auto">
                <a:xfrm>
                  <a:off x="3746502" y="4470403"/>
                  <a:ext cx="698500" cy="66675"/>
                </a:xfrm>
                <a:custGeom>
                  <a:avLst/>
                  <a:gdLst>
                    <a:gd name="T0" fmla="*/ 11 w 226"/>
                    <a:gd name="T1" fmla="*/ 22 h 22"/>
                    <a:gd name="T2" fmla="*/ 215 w 226"/>
                    <a:gd name="T3" fmla="*/ 22 h 22"/>
                    <a:gd name="T4" fmla="*/ 226 w 226"/>
                    <a:gd name="T5" fmla="*/ 0 h 22"/>
                    <a:gd name="T6" fmla="*/ 0 w 226"/>
                    <a:gd name="T7" fmla="*/ 0 h 22"/>
                    <a:gd name="T8" fmla="*/ 11 w 226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6" h="22">
                      <a:moveTo>
                        <a:pt x="11" y="22"/>
                      </a:moveTo>
                      <a:cubicBezTo>
                        <a:pt x="215" y="22"/>
                        <a:pt x="215" y="22"/>
                        <a:pt x="215" y="22"/>
                      </a:cubicBezTo>
                      <a:cubicBezTo>
                        <a:pt x="220" y="15"/>
                        <a:pt x="223" y="8"/>
                        <a:pt x="22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8"/>
                        <a:pt x="7" y="15"/>
                        <a:pt x="11" y="2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6" name="Freeform 44">
                  <a:extLst>
                    <a:ext uri="{FF2B5EF4-FFF2-40B4-BE49-F238E27FC236}">
                      <a16:creationId xmlns:a16="http://schemas.microsoft.com/office/drawing/2014/main" id="{558B5FD4-4F1A-9AB5-3F05-E83ABB490201}"/>
                    </a:ext>
                  </a:extLst>
                </p:cNvPr>
                <p:cNvSpPr/>
                <p:nvPr/>
              </p:nvSpPr>
              <p:spPr bwMode="auto">
                <a:xfrm>
                  <a:off x="3835402" y="4608515"/>
                  <a:ext cx="519112" cy="104775"/>
                </a:xfrm>
                <a:custGeom>
                  <a:avLst/>
                  <a:gdLst>
                    <a:gd name="T0" fmla="*/ 84 w 168"/>
                    <a:gd name="T1" fmla="*/ 34 h 34"/>
                    <a:gd name="T2" fmla="*/ 168 w 168"/>
                    <a:gd name="T3" fmla="*/ 0 h 34"/>
                    <a:gd name="T4" fmla="*/ 0 w 168"/>
                    <a:gd name="T5" fmla="*/ 0 h 34"/>
                    <a:gd name="T6" fmla="*/ 84 w 168"/>
                    <a:gd name="T7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8" h="34">
                      <a:moveTo>
                        <a:pt x="84" y="34"/>
                      </a:moveTo>
                      <a:cubicBezTo>
                        <a:pt x="117" y="34"/>
                        <a:pt x="146" y="21"/>
                        <a:pt x="16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21"/>
                        <a:pt x="51" y="34"/>
                        <a:pt x="84" y="3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7" name="Freeform 45">
                  <a:extLst>
                    <a:ext uri="{FF2B5EF4-FFF2-40B4-BE49-F238E27FC236}">
                      <a16:creationId xmlns:a16="http://schemas.microsoft.com/office/drawing/2014/main" id="{F7B4F8C1-DCB0-2E48-4F1D-975129A39E80}"/>
                    </a:ext>
                  </a:extLst>
                </p:cNvPr>
                <p:cNvSpPr/>
                <p:nvPr/>
              </p:nvSpPr>
              <p:spPr bwMode="auto">
                <a:xfrm>
                  <a:off x="3721102" y="3890964"/>
                  <a:ext cx="749300" cy="508000"/>
                </a:xfrm>
                <a:custGeom>
                  <a:avLst/>
                  <a:gdLst>
                    <a:gd name="T0" fmla="*/ 242 w 242"/>
                    <a:gd name="T1" fmla="*/ 0 h 165"/>
                    <a:gd name="T2" fmla="*/ 0 w 242"/>
                    <a:gd name="T3" fmla="*/ 0 h 165"/>
                    <a:gd name="T4" fmla="*/ 0 w 242"/>
                    <a:gd name="T5" fmla="*/ 146 h 165"/>
                    <a:gd name="T6" fmla="*/ 2 w 242"/>
                    <a:gd name="T7" fmla="*/ 165 h 165"/>
                    <a:gd name="T8" fmla="*/ 240 w 242"/>
                    <a:gd name="T9" fmla="*/ 165 h 165"/>
                    <a:gd name="T10" fmla="*/ 242 w 242"/>
                    <a:gd name="T11" fmla="*/ 146 h 165"/>
                    <a:gd name="T12" fmla="*/ 242 w 242"/>
                    <a:gd name="T13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1" h="165">
                      <a:moveTo>
                        <a:pt x="24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46"/>
                        <a:pt x="0" y="146"/>
                        <a:pt x="0" y="146"/>
                      </a:cubicBezTo>
                      <a:cubicBezTo>
                        <a:pt x="0" y="153"/>
                        <a:pt x="1" y="159"/>
                        <a:pt x="2" y="165"/>
                      </a:cubicBezTo>
                      <a:cubicBezTo>
                        <a:pt x="240" y="165"/>
                        <a:pt x="240" y="165"/>
                        <a:pt x="240" y="165"/>
                      </a:cubicBezTo>
                      <a:cubicBezTo>
                        <a:pt x="241" y="159"/>
                        <a:pt x="242" y="153"/>
                        <a:pt x="242" y="146"/>
                      </a:cubicBezTo>
                      <a:lnTo>
                        <a:pt x="24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2800" b="1" dirty="0" err="1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Nhân</a:t>
                  </a:r>
                  <a:r>
                    <a:rPr lang="en-US" sz="2800" b="1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 </a:t>
                  </a:r>
                  <a:r>
                    <a:rPr lang="en-US" sz="2800" b="1" dirty="0" err="1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viên</a:t>
                  </a:r>
                  <a:endParaRPr lang="en-US" sz="2800" b="1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  <a:sym typeface="Muli Bold"/>
                  </a:endParaRPr>
                </a:p>
                <a:p>
                  <a:pPr algn="ctr"/>
                  <a:endParaRPr lang="en-US" sz="2400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2" name="Group 47">
                <a:extLst>
                  <a:ext uri="{FF2B5EF4-FFF2-40B4-BE49-F238E27FC236}">
                    <a16:creationId xmlns:a16="http://schemas.microsoft.com/office/drawing/2014/main" id="{6DF395A4-9966-F6AD-3FBA-8683B71CF3A4}"/>
                  </a:ext>
                </a:extLst>
              </p:cNvPr>
              <p:cNvGrpSpPr/>
              <p:nvPr/>
            </p:nvGrpSpPr>
            <p:grpSpPr>
              <a:xfrm>
                <a:off x="6150652" y="2038488"/>
                <a:ext cx="499024" cy="625698"/>
                <a:chOff x="5106627" y="2260366"/>
                <a:chExt cx="324452" cy="406813"/>
              </a:xfrm>
              <a:grpFill/>
            </p:grpSpPr>
            <p:sp>
              <p:nvSpPr>
                <p:cNvPr id="131" name="Freeform 80">
                  <a:extLst>
                    <a:ext uri="{FF2B5EF4-FFF2-40B4-BE49-F238E27FC236}">
                      <a16:creationId xmlns:a16="http://schemas.microsoft.com/office/drawing/2014/main" id="{CEFBF431-FF79-3713-18B2-959A0DEAB7E6}"/>
                    </a:ext>
                  </a:extLst>
                </p:cNvPr>
                <p:cNvSpPr/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2" name="Freeform 81">
                  <a:extLst>
                    <a:ext uri="{FF2B5EF4-FFF2-40B4-BE49-F238E27FC236}">
                      <a16:creationId xmlns:a16="http://schemas.microsoft.com/office/drawing/2014/main" id="{DF5D3FBF-3B6F-25E9-FD59-CE45311E6B93}"/>
                    </a:ext>
                  </a:extLst>
                </p:cNvPr>
                <p:cNvSpPr/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3" name="Freeform 82">
                  <a:extLst>
                    <a:ext uri="{FF2B5EF4-FFF2-40B4-BE49-F238E27FC236}">
                      <a16:creationId xmlns:a16="http://schemas.microsoft.com/office/drawing/2014/main" id="{1ECB6596-B70F-9201-DEE4-4529034E8304}"/>
                    </a:ext>
                  </a:extLst>
                </p:cNvPr>
                <p:cNvSpPr/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4" name="Oval 83">
                  <a:extLst>
                    <a:ext uri="{FF2B5EF4-FFF2-40B4-BE49-F238E27FC236}">
                      <a16:creationId xmlns:a16="http://schemas.microsoft.com/office/drawing/2014/main" id="{335DD321-02F2-DBE6-B55F-7D7951893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3" name="Group 52">
                <a:extLst>
                  <a:ext uri="{FF2B5EF4-FFF2-40B4-BE49-F238E27FC236}">
                    <a16:creationId xmlns:a16="http://schemas.microsoft.com/office/drawing/2014/main" id="{7634C0B2-082D-3D12-FAF2-2BB7A2E5D6B0}"/>
                  </a:ext>
                </a:extLst>
              </p:cNvPr>
              <p:cNvGrpSpPr/>
              <p:nvPr/>
            </p:nvGrpSpPr>
            <p:grpSpPr>
              <a:xfrm>
                <a:off x="6441708" y="3308316"/>
                <a:ext cx="460638" cy="598829"/>
                <a:chOff x="6421904" y="4798576"/>
                <a:chExt cx="299494" cy="389342"/>
              </a:xfrm>
              <a:grpFill/>
            </p:grpSpPr>
            <p:sp>
              <p:nvSpPr>
                <p:cNvPr id="129" name="Freeform 170">
                  <a:extLst>
                    <a:ext uri="{FF2B5EF4-FFF2-40B4-BE49-F238E27FC236}">
                      <a16:creationId xmlns:a16="http://schemas.microsoft.com/office/drawing/2014/main" id="{797B331F-F219-26B7-2E30-B3DBE317C869}"/>
                    </a:ext>
                  </a:extLst>
                </p:cNvPr>
                <p:cNvSpPr/>
                <p:nvPr/>
              </p:nvSpPr>
              <p:spPr bwMode="auto">
                <a:xfrm>
                  <a:off x="6421904" y="4910886"/>
                  <a:ext cx="299494" cy="277032"/>
                </a:xfrm>
                <a:custGeom>
                  <a:avLst/>
                  <a:gdLst>
                    <a:gd name="T0" fmla="*/ 45 w 90"/>
                    <a:gd name="T1" fmla="*/ 83 h 83"/>
                    <a:gd name="T2" fmla="*/ 90 w 90"/>
                    <a:gd name="T3" fmla="*/ 0 h 83"/>
                    <a:gd name="T4" fmla="*/ 0 w 90"/>
                    <a:gd name="T5" fmla="*/ 0 h 83"/>
                    <a:gd name="T6" fmla="*/ 45 w 90"/>
                    <a:gd name="T7" fmla="*/ 8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" h="83">
                      <a:moveTo>
                        <a:pt x="45" y="83"/>
                      </a:moveTo>
                      <a:cubicBezTo>
                        <a:pt x="90" y="59"/>
                        <a:pt x="90" y="0"/>
                        <a:pt x="9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59"/>
                        <a:pt x="45" y="8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0" name="Freeform 171">
                  <a:extLst>
                    <a:ext uri="{FF2B5EF4-FFF2-40B4-BE49-F238E27FC236}">
                      <a16:creationId xmlns:a16="http://schemas.microsoft.com/office/drawing/2014/main" id="{001F4A56-B478-66C9-30E7-FF7FF923FBC0}"/>
                    </a:ext>
                  </a:extLst>
                </p:cNvPr>
                <p:cNvSpPr/>
                <p:nvPr/>
              </p:nvSpPr>
              <p:spPr bwMode="auto">
                <a:xfrm>
                  <a:off x="6421904" y="4798576"/>
                  <a:ext cx="299494" cy="94840"/>
                </a:xfrm>
                <a:custGeom>
                  <a:avLst/>
                  <a:gdLst>
                    <a:gd name="T0" fmla="*/ 84 w 90"/>
                    <a:gd name="T1" fmla="*/ 0 h 29"/>
                    <a:gd name="T2" fmla="*/ 68 w 90"/>
                    <a:gd name="T3" fmla="*/ 16 h 29"/>
                    <a:gd name="T4" fmla="*/ 52 w 90"/>
                    <a:gd name="T5" fmla="*/ 0 h 29"/>
                    <a:gd name="T6" fmla="*/ 39 w 90"/>
                    <a:gd name="T7" fmla="*/ 0 h 29"/>
                    <a:gd name="T8" fmla="*/ 23 w 90"/>
                    <a:gd name="T9" fmla="*/ 16 h 29"/>
                    <a:gd name="T10" fmla="*/ 7 w 90"/>
                    <a:gd name="T11" fmla="*/ 0 h 29"/>
                    <a:gd name="T12" fmla="*/ 0 w 90"/>
                    <a:gd name="T13" fmla="*/ 0 h 29"/>
                    <a:gd name="T14" fmla="*/ 0 w 90"/>
                    <a:gd name="T15" fmla="*/ 29 h 29"/>
                    <a:gd name="T16" fmla="*/ 90 w 90"/>
                    <a:gd name="T17" fmla="*/ 29 h 29"/>
                    <a:gd name="T18" fmla="*/ 90 w 90"/>
                    <a:gd name="T19" fmla="*/ 0 h 29"/>
                    <a:gd name="T20" fmla="*/ 84 w 90"/>
                    <a:gd name="T2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0" h="28">
                      <a:moveTo>
                        <a:pt x="84" y="0"/>
                      </a:moveTo>
                      <a:cubicBezTo>
                        <a:pt x="84" y="9"/>
                        <a:pt x="77" y="16"/>
                        <a:pt x="68" y="16"/>
                      </a:cubicBezTo>
                      <a:cubicBezTo>
                        <a:pt x="59" y="16"/>
                        <a:pt x="52" y="9"/>
                        <a:pt x="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9"/>
                        <a:pt x="32" y="16"/>
                        <a:pt x="23" y="16"/>
                      </a:cubicBezTo>
                      <a:cubicBezTo>
                        <a:pt x="14" y="16"/>
                        <a:pt x="7" y="9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90" y="29"/>
                        <a:pt x="90" y="29"/>
                        <a:pt x="90" y="29"/>
                      </a:cubicBezTo>
                      <a:cubicBezTo>
                        <a:pt x="90" y="0"/>
                        <a:pt x="90" y="0"/>
                        <a:pt x="90" y="0"/>
                      </a:cubicBezTo>
                      <a:lnTo>
                        <a:pt x="84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4" name="Group 55">
                <a:extLst>
                  <a:ext uri="{FF2B5EF4-FFF2-40B4-BE49-F238E27FC236}">
                    <a16:creationId xmlns:a16="http://schemas.microsoft.com/office/drawing/2014/main" id="{E4E4EAF1-2DBC-BA4D-BB86-2C50F2BDFC3E}"/>
                  </a:ext>
                </a:extLst>
              </p:cNvPr>
              <p:cNvGrpSpPr/>
              <p:nvPr/>
            </p:nvGrpSpPr>
            <p:grpSpPr>
              <a:xfrm>
                <a:off x="5251794" y="3052208"/>
                <a:ext cx="496378" cy="488500"/>
                <a:chOff x="1587575" y="2265358"/>
                <a:chExt cx="314468" cy="309477"/>
              </a:xfrm>
              <a:grpFill/>
            </p:grpSpPr>
            <p:sp>
              <p:nvSpPr>
                <p:cNvPr id="127" name="Freeform 59">
                  <a:extLst>
                    <a:ext uri="{FF2B5EF4-FFF2-40B4-BE49-F238E27FC236}">
                      <a16:creationId xmlns:a16="http://schemas.microsoft.com/office/drawing/2014/main" id="{22673B67-CB8B-DE75-BCE8-526C7F972C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87575" y="2265358"/>
                  <a:ext cx="314468" cy="309477"/>
                </a:xfrm>
                <a:custGeom>
                  <a:avLst/>
                  <a:gdLst>
                    <a:gd name="T0" fmla="*/ 82 w 95"/>
                    <a:gd name="T1" fmla="*/ 57 h 93"/>
                    <a:gd name="T2" fmla="*/ 95 w 95"/>
                    <a:gd name="T3" fmla="*/ 51 h 93"/>
                    <a:gd name="T4" fmla="*/ 95 w 95"/>
                    <a:gd name="T5" fmla="*/ 41 h 93"/>
                    <a:gd name="T6" fmla="*/ 82 w 95"/>
                    <a:gd name="T7" fmla="*/ 36 h 93"/>
                    <a:gd name="T8" fmla="*/ 80 w 95"/>
                    <a:gd name="T9" fmla="*/ 30 h 93"/>
                    <a:gd name="T10" fmla="*/ 85 w 95"/>
                    <a:gd name="T11" fmla="*/ 17 h 93"/>
                    <a:gd name="T12" fmla="*/ 77 w 95"/>
                    <a:gd name="T13" fmla="*/ 10 h 93"/>
                    <a:gd name="T14" fmla="*/ 64 w 95"/>
                    <a:gd name="T15" fmla="*/ 15 h 93"/>
                    <a:gd name="T16" fmla="*/ 59 w 95"/>
                    <a:gd name="T17" fmla="*/ 13 h 93"/>
                    <a:gd name="T18" fmla="*/ 53 w 95"/>
                    <a:gd name="T19" fmla="*/ 0 h 93"/>
                    <a:gd name="T20" fmla="*/ 42 w 95"/>
                    <a:gd name="T21" fmla="*/ 0 h 93"/>
                    <a:gd name="T22" fmla="*/ 37 w 95"/>
                    <a:gd name="T23" fmla="*/ 13 h 93"/>
                    <a:gd name="T24" fmla="*/ 31 w 95"/>
                    <a:gd name="T25" fmla="*/ 15 h 93"/>
                    <a:gd name="T26" fmla="*/ 18 w 95"/>
                    <a:gd name="T27" fmla="*/ 10 h 93"/>
                    <a:gd name="T28" fmla="*/ 10 w 95"/>
                    <a:gd name="T29" fmla="*/ 17 h 93"/>
                    <a:gd name="T30" fmla="*/ 16 w 95"/>
                    <a:gd name="T31" fmla="*/ 30 h 93"/>
                    <a:gd name="T32" fmla="*/ 13 w 95"/>
                    <a:gd name="T33" fmla="*/ 36 h 93"/>
                    <a:gd name="T34" fmla="*/ 0 w 95"/>
                    <a:gd name="T35" fmla="*/ 41 h 93"/>
                    <a:gd name="T36" fmla="*/ 0 w 95"/>
                    <a:gd name="T37" fmla="*/ 52 h 93"/>
                    <a:gd name="T38" fmla="*/ 13 w 95"/>
                    <a:gd name="T39" fmla="*/ 57 h 93"/>
                    <a:gd name="T40" fmla="*/ 16 w 95"/>
                    <a:gd name="T41" fmla="*/ 63 h 93"/>
                    <a:gd name="T42" fmla="*/ 11 w 95"/>
                    <a:gd name="T43" fmla="*/ 76 h 93"/>
                    <a:gd name="T44" fmla="*/ 18 w 95"/>
                    <a:gd name="T45" fmla="*/ 83 h 93"/>
                    <a:gd name="T46" fmla="*/ 31 w 95"/>
                    <a:gd name="T47" fmla="*/ 78 h 93"/>
                    <a:gd name="T48" fmla="*/ 37 w 95"/>
                    <a:gd name="T49" fmla="*/ 80 h 93"/>
                    <a:gd name="T50" fmla="*/ 43 w 95"/>
                    <a:gd name="T51" fmla="*/ 93 h 93"/>
                    <a:gd name="T52" fmla="*/ 53 w 95"/>
                    <a:gd name="T53" fmla="*/ 93 h 93"/>
                    <a:gd name="T54" fmla="*/ 59 w 95"/>
                    <a:gd name="T55" fmla="*/ 80 h 93"/>
                    <a:gd name="T56" fmla="*/ 64 w 95"/>
                    <a:gd name="T57" fmla="*/ 78 h 93"/>
                    <a:gd name="T58" fmla="*/ 78 w 95"/>
                    <a:gd name="T59" fmla="*/ 83 h 93"/>
                    <a:gd name="T60" fmla="*/ 85 w 95"/>
                    <a:gd name="T61" fmla="*/ 75 h 93"/>
                    <a:gd name="T62" fmla="*/ 80 w 95"/>
                    <a:gd name="T63" fmla="*/ 63 h 93"/>
                    <a:gd name="T64" fmla="*/ 82 w 95"/>
                    <a:gd name="T65" fmla="*/ 57 h 93"/>
                    <a:gd name="T66" fmla="*/ 48 w 95"/>
                    <a:gd name="T67" fmla="*/ 61 h 93"/>
                    <a:gd name="T68" fmla="*/ 33 w 95"/>
                    <a:gd name="T69" fmla="*/ 46 h 93"/>
                    <a:gd name="T70" fmla="*/ 48 w 95"/>
                    <a:gd name="T71" fmla="*/ 32 h 93"/>
                    <a:gd name="T72" fmla="*/ 63 w 95"/>
                    <a:gd name="T73" fmla="*/ 46 h 93"/>
                    <a:gd name="T74" fmla="*/ 48 w 95"/>
                    <a:gd name="T75" fmla="*/ 61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95" h="93">
                      <a:moveTo>
                        <a:pt x="82" y="57"/>
                      </a:moveTo>
                      <a:cubicBezTo>
                        <a:pt x="82" y="57"/>
                        <a:pt x="95" y="52"/>
                        <a:pt x="95" y="51"/>
                      </a:cubicBezTo>
                      <a:cubicBezTo>
                        <a:pt x="95" y="41"/>
                        <a:pt x="95" y="41"/>
                        <a:pt x="95" y="41"/>
                      </a:cubicBezTo>
                      <a:cubicBezTo>
                        <a:pt x="95" y="40"/>
                        <a:pt x="82" y="36"/>
                        <a:pt x="82" y="36"/>
                      </a:cubicBezTo>
                      <a:cubicBezTo>
                        <a:pt x="80" y="30"/>
                        <a:pt x="80" y="30"/>
                        <a:pt x="80" y="30"/>
                      </a:cubicBezTo>
                      <a:cubicBezTo>
                        <a:pt x="80" y="30"/>
                        <a:pt x="85" y="17"/>
                        <a:pt x="85" y="17"/>
                      </a:cubicBezTo>
                      <a:cubicBezTo>
                        <a:pt x="77" y="10"/>
                        <a:pt x="77" y="10"/>
                        <a:pt x="77" y="10"/>
                      </a:cubicBezTo>
                      <a:cubicBezTo>
                        <a:pt x="77" y="9"/>
                        <a:pt x="64" y="15"/>
                        <a:pt x="64" y="15"/>
                      </a:cubicBezTo>
                      <a:cubicBezTo>
                        <a:pt x="59" y="13"/>
                        <a:pt x="59" y="13"/>
                        <a:pt x="59" y="13"/>
                      </a:cubicBezTo>
                      <a:cubicBezTo>
                        <a:pt x="59" y="13"/>
                        <a:pt x="53" y="0"/>
                        <a:pt x="53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2" y="0"/>
                        <a:pt x="37" y="13"/>
                        <a:pt x="37" y="13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18" y="10"/>
                        <a:pt x="18" y="10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8"/>
                        <a:pt x="16" y="30"/>
                        <a:pt x="16" y="30"/>
                      </a:cubicBezTo>
                      <a:cubicBezTo>
                        <a:pt x="13" y="36"/>
                        <a:pt x="13" y="36"/>
                        <a:pt x="13" y="36"/>
                      </a:cubicBezTo>
                      <a:cubicBezTo>
                        <a:pt x="13" y="36"/>
                        <a:pt x="0" y="41"/>
                        <a:pt x="0" y="41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52"/>
                        <a:pt x="13" y="57"/>
                        <a:pt x="13" y="57"/>
                      </a:cubicBezTo>
                      <a:cubicBezTo>
                        <a:pt x="16" y="63"/>
                        <a:pt x="16" y="63"/>
                        <a:pt x="16" y="63"/>
                      </a:cubicBezTo>
                      <a:cubicBezTo>
                        <a:pt x="16" y="63"/>
                        <a:pt x="10" y="75"/>
                        <a:pt x="11" y="76"/>
                      </a:cubicBezTo>
                      <a:cubicBezTo>
                        <a:pt x="18" y="83"/>
                        <a:pt x="18" y="83"/>
                        <a:pt x="18" y="83"/>
                      </a:cubicBezTo>
                      <a:cubicBezTo>
                        <a:pt x="19" y="84"/>
                        <a:pt x="31" y="78"/>
                        <a:pt x="31" y="78"/>
                      </a:cubicBezTo>
                      <a:cubicBezTo>
                        <a:pt x="37" y="80"/>
                        <a:pt x="37" y="80"/>
                        <a:pt x="37" y="80"/>
                      </a:cubicBezTo>
                      <a:cubicBezTo>
                        <a:pt x="37" y="80"/>
                        <a:pt x="42" y="93"/>
                        <a:pt x="43" y="93"/>
                      </a:cubicBezTo>
                      <a:cubicBezTo>
                        <a:pt x="53" y="93"/>
                        <a:pt x="53" y="93"/>
                        <a:pt x="53" y="93"/>
                      </a:cubicBezTo>
                      <a:cubicBezTo>
                        <a:pt x="54" y="93"/>
                        <a:pt x="59" y="80"/>
                        <a:pt x="59" y="80"/>
                      </a:cubicBezTo>
                      <a:cubicBezTo>
                        <a:pt x="64" y="78"/>
                        <a:pt x="64" y="78"/>
                        <a:pt x="64" y="78"/>
                      </a:cubicBezTo>
                      <a:cubicBezTo>
                        <a:pt x="64" y="78"/>
                        <a:pt x="77" y="83"/>
                        <a:pt x="78" y="83"/>
                      </a:cubicBezTo>
                      <a:cubicBezTo>
                        <a:pt x="85" y="75"/>
                        <a:pt x="85" y="75"/>
                        <a:pt x="85" y="75"/>
                      </a:cubicBezTo>
                      <a:cubicBezTo>
                        <a:pt x="86" y="75"/>
                        <a:pt x="80" y="63"/>
                        <a:pt x="80" y="63"/>
                      </a:cubicBezTo>
                      <a:lnTo>
                        <a:pt x="82" y="57"/>
                      </a:lnTo>
                      <a:close/>
                      <a:moveTo>
                        <a:pt x="48" y="61"/>
                      </a:moveTo>
                      <a:cubicBezTo>
                        <a:pt x="39" y="61"/>
                        <a:pt x="33" y="55"/>
                        <a:pt x="33" y="46"/>
                      </a:cubicBezTo>
                      <a:cubicBezTo>
                        <a:pt x="33" y="38"/>
                        <a:pt x="39" y="32"/>
                        <a:pt x="48" y="32"/>
                      </a:cubicBezTo>
                      <a:cubicBezTo>
                        <a:pt x="56" y="32"/>
                        <a:pt x="63" y="38"/>
                        <a:pt x="63" y="46"/>
                      </a:cubicBezTo>
                      <a:cubicBezTo>
                        <a:pt x="63" y="55"/>
                        <a:pt x="56" y="61"/>
                        <a:pt x="48" y="6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8" name="Oval 60">
                  <a:extLst>
                    <a:ext uri="{FF2B5EF4-FFF2-40B4-BE49-F238E27FC236}">
                      <a16:creationId xmlns:a16="http://schemas.microsoft.com/office/drawing/2014/main" id="{3BCED63A-E71E-A48F-3C38-44FFB84A1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2364" y="2387652"/>
                  <a:ext cx="64890" cy="6239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5" name="Group 58">
                <a:extLst>
                  <a:ext uri="{FF2B5EF4-FFF2-40B4-BE49-F238E27FC236}">
                    <a16:creationId xmlns:a16="http://schemas.microsoft.com/office/drawing/2014/main" id="{EC64508D-1F82-C82D-372C-EBA1615BB6E9}"/>
                  </a:ext>
                </a:extLst>
              </p:cNvPr>
              <p:cNvGrpSpPr/>
              <p:nvPr/>
            </p:nvGrpSpPr>
            <p:grpSpPr>
              <a:xfrm>
                <a:off x="5744390" y="4355741"/>
                <a:ext cx="575257" cy="424906"/>
                <a:chOff x="2563427" y="3717902"/>
                <a:chExt cx="439257" cy="324452"/>
              </a:xfrm>
              <a:grpFill/>
            </p:grpSpPr>
            <p:sp>
              <p:nvSpPr>
                <p:cNvPr id="124" name="Freeform 92">
                  <a:extLst>
                    <a:ext uri="{FF2B5EF4-FFF2-40B4-BE49-F238E27FC236}">
                      <a16:creationId xmlns:a16="http://schemas.microsoft.com/office/drawing/2014/main" id="{3005DF9E-6302-A095-2546-0138B0C76118}"/>
                    </a:ext>
                  </a:extLst>
                </p:cNvPr>
                <p:cNvSpPr/>
                <p:nvPr/>
              </p:nvSpPr>
              <p:spPr bwMode="auto">
                <a:xfrm>
                  <a:off x="2720660" y="3942523"/>
                  <a:ext cx="127286" cy="99831"/>
                </a:xfrm>
                <a:custGeom>
                  <a:avLst/>
                  <a:gdLst>
                    <a:gd name="T0" fmla="*/ 37 w 38"/>
                    <a:gd name="T1" fmla="*/ 10 h 30"/>
                    <a:gd name="T2" fmla="*/ 1 w 38"/>
                    <a:gd name="T3" fmla="*/ 11 h 30"/>
                    <a:gd name="T4" fmla="*/ 1 w 38"/>
                    <a:gd name="T5" fmla="*/ 13 h 30"/>
                    <a:gd name="T6" fmla="*/ 19 w 38"/>
                    <a:gd name="T7" fmla="*/ 30 h 30"/>
                    <a:gd name="T8" fmla="*/ 36 w 38"/>
                    <a:gd name="T9" fmla="*/ 13 h 30"/>
                    <a:gd name="T10" fmla="*/ 37 w 38"/>
                    <a:gd name="T11" fmla="*/ 1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8" h="30">
                      <a:moveTo>
                        <a:pt x="37" y="10"/>
                      </a:moveTo>
                      <a:cubicBezTo>
                        <a:pt x="26" y="1"/>
                        <a:pt x="12" y="0"/>
                        <a:pt x="1" y="11"/>
                      </a:cubicBezTo>
                      <a:cubicBezTo>
                        <a:pt x="1" y="11"/>
                        <a:pt x="0" y="12"/>
                        <a:pt x="1" y="13"/>
                      </a:cubicBezTo>
                      <a:cubicBezTo>
                        <a:pt x="19" y="30"/>
                        <a:pt x="19" y="30"/>
                        <a:pt x="19" y="30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8" y="11"/>
                        <a:pt x="37" y="11"/>
                        <a:pt x="37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5" name="Freeform 93">
                  <a:extLst>
                    <a:ext uri="{FF2B5EF4-FFF2-40B4-BE49-F238E27FC236}">
                      <a16:creationId xmlns:a16="http://schemas.microsoft.com/office/drawing/2014/main" id="{D8A3430A-4939-5F46-08B4-4D84CB20A657}"/>
                    </a:ext>
                  </a:extLst>
                </p:cNvPr>
                <p:cNvSpPr/>
                <p:nvPr/>
              </p:nvSpPr>
              <p:spPr bwMode="auto">
                <a:xfrm>
                  <a:off x="2638300" y="3830213"/>
                  <a:ext cx="292007" cy="129781"/>
                </a:xfrm>
                <a:custGeom>
                  <a:avLst/>
                  <a:gdLst>
                    <a:gd name="T0" fmla="*/ 87 w 88"/>
                    <a:gd name="T1" fmla="*/ 23 h 39"/>
                    <a:gd name="T2" fmla="*/ 0 w 88"/>
                    <a:gd name="T3" fmla="*/ 24 h 39"/>
                    <a:gd name="T4" fmla="*/ 0 w 88"/>
                    <a:gd name="T5" fmla="*/ 26 h 39"/>
                    <a:gd name="T6" fmla="*/ 13 w 88"/>
                    <a:gd name="T7" fmla="*/ 38 h 39"/>
                    <a:gd name="T8" fmla="*/ 15 w 88"/>
                    <a:gd name="T9" fmla="*/ 38 h 39"/>
                    <a:gd name="T10" fmla="*/ 73 w 88"/>
                    <a:gd name="T11" fmla="*/ 38 h 39"/>
                    <a:gd name="T12" fmla="*/ 75 w 88"/>
                    <a:gd name="T13" fmla="*/ 38 h 39"/>
                    <a:gd name="T14" fmla="*/ 88 w 88"/>
                    <a:gd name="T15" fmla="*/ 26 h 39"/>
                    <a:gd name="T16" fmla="*/ 88 w 88"/>
                    <a:gd name="T17" fmla="*/ 26 h 39"/>
                    <a:gd name="T18" fmla="*/ 88 w 88"/>
                    <a:gd name="T19" fmla="*/ 24 h 39"/>
                    <a:gd name="T20" fmla="*/ 87 w 88"/>
                    <a:gd name="T21" fmla="*/ 23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39">
                      <a:moveTo>
                        <a:pt x="87" y="23"/>
                      </a:moveTo>
                      <a:cubicBezTo>
                        <a:pt x="63" y="0"/>
                        <a:pt x="24" y="0"/>
                        <a:pt x="0" y="24"/>
                      </a:cubicBezTo>
                      <a:cubicBezTo>
                        <a:pt x="0" y="24"/>
                        <a:pt x="0" y="25"/>
                        <a:pt x="0" y="26"/>
                      </a:cubicBezTo>
                      <a:cubicBezTo>
                        <a:pt x="13" y="38"/>
                        <a:pt x="13" y="38"/>
                        <a:pt x="13" y="38"/>
                      </a:cubicBezTo>
                      <a:cubicBezTo>
                        <a:pt x="13" y="39"/>
                        <a:pt x="14" y="39"/>
                        <a:pt x="15" y="38"/>
                      </a:cubicBezTo>
                      <a:cubicBezTo>
                        <a:pt x="31" y="22"/>
                        <a:pt x="57" y="22"/>
                        <a:pt x="73" y="38"/>
                      </a:cubicBezTo>
                      <a:cubicBezTo>
                        <a:pt x="74" y="39"/>
                        <a:pt x="75" y="39"/>
                        <a:pt x="75" y="38"/>
                      </a:cubicBezTo>
                      <a:cubicBezTo>
                        <a:pt x="88" y="26"/>
                        <a:pt x="88" y="26"/>
                        <a:pt x="88" y="26"/>
                      </a:cubicBezTo>
                      <a:cubicBezTo>
                        <a:pt x="88" y="26"/>
                        <a:pt x="88" y="26"/>
                        <a:pt x="88" y="26"/>
                      </a:cubicBezTo>
                      <a:cubicBezTo>
                        <a:pt x="88" y="25"/>
                        <a:pt x="88" y="24"/>
                        <a:pt x="88" y="24"/>
                      </a:cubicBezTo>
                      <a:lnTo>
                        <a:pt x="87" y="2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6" name="Freeform 94">
                  <a:extLst>
                    <a:ext uri="{FF2B5EF4-FFF2-40B4-BE49-F238E27FC236}">
                      <a16:creationId xmlns:a16="http://schemas.microsoft.com/office/drawing/2014/main" id="{0BAC8496-DF00-C860-4115-7F8E8A6EA654}"/>
                    </a:ext>
                  </a:extLst>
                </p:cNvPr>
                <p:cNvSpPr/>
                <p:nvPr/>
              </p:nvSpPr>
              <p:spPr bwMode="auto">
                <a:xfrm>
                  <a:off x="2563427" y="3717902"/>
                  <a:ext cx="439257" cy="169713"/>
                </a:xfrm>
                <a:custGeom>
                  <a:avLst/>
                  <a:gdLst>
                    <a:gd name="T0" fmla="*/ 131 w 132"/>
                    <a:gd name="T1" fmla="*/ 36 h 51"/>
                    <a:gd name="T2" fmla="*/ 131 w 132"/>
                    <a:gd name="T3" fmla="*/ 36 h 51"/>
                    <a:gd name="T4" fmla="*/ 1 w 132"/>
                    <a:gd name="T5" fmla="*/ 36 h 51"/>
                    <a:gd name="T6" fmla="*/ 1 w 132"/>
                    <a:gd name="T7" fmla="*/ 38 h 51"/>
                    <a:gd name="T8" fmla="*/ 14 w 132"/>
                    <a:gd name="T9" fmla="*/ 51 h 51"/>
                    <a:gd name="T10" fmla="*/ 16 w 132"/>
                    <a:gd name="T11" fmla="*/ 51 h 51"/>
                    <a:gd name="T12" fmla="*/ 116 w 132"/>
                    <a:gd name="T13" fmla="*/ 51 h 51"/>
                    <a:gd name="T14" fmla="*/ 118 w 132"/>
                    <a:gd name="T15" fmla="*/ 51 h 51"/>
                    <a:gd name="T16" fmla="*/ 131 w 132"/>
                    <a:gd name="T17" fmla="*/ 38 h 51"/>
                    <a:gd name="T18" fmla="*/ 131 w 132"/>
                    <a:gd name="T19" fmla="*/ 38 h 51"/>
                    <a:gd name="T20" fmla="*/ 131 w 132"/>
                    <a:gd name="T21" fmla="*/ 36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32" h="51">
                      <a:moveTo>
                        <a:pt x="131" y="36"/>
                      </a:moveTo>
                      <a:cubicBezTo>
                        <a:pt x="131" y="36"/>
                        <a:pt x="131" y="36"/>
                        <a:pt x="131" y="36"/>
                      </a:cubicBezTo>
                      <a:cubicBezTo>
                        <a:pt x="95" y="0"/>
                        <a:pt x="37" y="0"/>
                        <a:pt x="1" y="36"/>
                      </a:cubicBezTo>
                      <a:cubicBezTo>
                        <a:pt x="0" y="37"/>
                        <a:pt x="0" y="37"/>
                        <a:pt x="1" y="38"/>
                      </a:cubicBezTo>
                      <a:cubicBezTo>
                        <a:pt x="14" y="51"/>
                        <a:pt x="14" y="51"/>
                        <a:pt x="14" y="51"/>
                      </a:cubicBezTo>
                      <a:cubicBezTo>
                        <a:pt x="14" y="51"/>
                        <a:pt x="15" y="51"/>
                        <a:pt x="16" y="51"/>
                      </a:cubicBezTo>
                      <a:cubicBezTo>
                        <a:pt x="43" y="23"/>
                        <a:pt x="89" y="23"/>
                        <a:pt x="116" y="51"/>
                      </a:cubicBezTo>
                      <a:cubicBezTo>
                        <a:pt x="117" y="51"/>
                        <a:pt x="118" y="51"/>
                        <a:pt x="118" y="51"/>
                      </a:cubicBezTo>
                      <a:cubicBezTo>
                        <a:pt x="131" y="38"/>
                        <a:pt x="131" y="38"/>
                        <a:pt x="131" y="38"/>
                      </a:cubicBezTo>
                      <a:cubicBezTo>
                        <a:pt x="131" y="38"/>
                        <a:pt x="131" y="38"/>
                        <a:pt x="131" y="38"/>
                      </a:cubicBezTo>
                      <a:cubicBezTo>
                        <a:pt x="132" y="37"/>
                        <a:pt x="132" y="36"/>
                        <a:pt x="131" y="3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6" name="Group 62">
                <a:extLst>
                  <a:ext uri="{FF2B5EF4-FFF2-40B4-BE49-F238E27FC236}">
                    <a16:creationId xmlns:a16="http://schemas.microsoft.com/office/drawing/2014/main" id="{5E33F705-76B6-52D6-AD4D-76FE867E8221}"/>
                  </a:ext>
                </a:extLst>
              </p:cNvPr>
              <p:cNvGrpSpPr/>
              <p:nvPr/>
            </p:nvGrpSpPr>
            <p:grpSpPr>
              <a:xfrm flipH="1">
                <a:off x="5365120" y="2254771"/>
                <a:ext cx="282785" cy="230109"/>
                <a:chOff x="1550139" y="1314466"/>
                <a:chExt cx="509139" cy="414300"/>
              </a:xfrm>
              <a:grpFill/>
            </p:grpSpPr>
            <p:sp>
              <p:nvSpPr>
                <p:cNvPr id="121" name="Freeform 5">
                  <a:extLst>
                    <a:ext uri="{FF2B5EF4-FFF2-40B4-BE49-F238E27FC236}">
                      <a16:creationId xmlns:a16="http://schemas.microsoft.com/office/drawing/2014/main" id="{3E0F7FF1-B5AC-6459-8B12-312E491415A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50139" y="1314466"/>
                  <a:ext cx="509139" cy="414300"/>
                </a:xfrm>
                <a:custGeom>
                  <a:avLst/>
                  <a:gdLst>
                    <a:gd name="T0" fmla="*/ 78 w 153"/>
                    <a:gd name="T1" fmla="*/ 0 h 125"/>
                    <a:gd name="T2" fmla="*/ 0 w 153"/>
                    <a:gd name="T3" fmla="*/ 69 h 125"/>
                    <a:gd name="T4" fmla="*/ 15 w 153"/>
                    <a:gd name="T5" fmla="*/ 69 h 125"/>
                    <a:gd name="T6" fmla="*/ 21 w 153"/>
                    <a:gd name="T7" fmla="*/ 64 h 125"/>
                    <a:gd name="T8" fmla="*/ 21 w 153"/>
                    <a:gd name="T9" fmla="*/ 121 h 125"/>
                    <a:gd name="T10" fmla="*/ 24 w 153"/>
                    <a:gd name="T11" fmla="*/ 125 h 125"/>
                    <a:gd name="T12" fmla="*/ 62 w 153"/>
                    <a:gd name="T13" fmla="*/ 125 h 125"/>
                    <a:gd name="T14" fmla="*/ 63 w 153"/>
                    <a:gd name="T15" fmla="*/ 93 h 125"/>
                    <a:gd name="T16" fmla="*/ 67 w 153"/>
                    <a:gd name="T17" fmla="*/ 88 h 125"/>
                    <a:gd name="T18" fmla="*/ 83 w 153"/>
                    <a:gd name="T19" fmla="*/ 88 h 125"/>
                    <a:gd name="T20" fmla="*/ 89 w 153"/>
                    <a:gd name="T21" fmla="*/ 93 h 125"/>
                    <a:gd name="T22" fmla="*/ 89 w 153"/>
                    <a:gd name="T23" fmla="*/ 125 h 125"/>
                    <a:gd name="T24" fmla="*/ 126 w 153"/>
                    <a:gd name="T25" fmla="*/ 125 h 125"/>
                    <a:gd name="T26" fmla="*/ 130 w 153"/>
                    <a:gd name="T27" fmla="*/ 120 h 125"/>
                    <a:gd name="T28" fmla="*/ 130 w 153"/>
                    <a:gd name="T29" fmla="*/ 63 h 125"/>
                    <a:gd name="T30" fmla="*/ 136 w 153"/>
                    <a:gd name="T31" fmla="*/ 69 h 125"/>
                    <a:gd name="T32" fmla="*/ 153 w 153"/>
                    <a:gd name="T33" fmla="*/ 69 h 125"/>
                    <a:gd name="T34" fmla="*/ 78 w 153"/>
                    <a:gd name="T35" fmla="*/ 0 h 125"/>
                    <a:gd name="T36" fmla="*/ 76 w 153"/>
                    <a:gd name="T37" fmla="*/ 76 h 125"/>
                    <a:gd name="T38" fmla="*/ 60 w 153"/>
                    <a:gd name="T39" fmla="*/ 60 h 125"/>
                    <a:gd name="T40" fmla="*/ 76 w 153"/>
                    <a:gd name="T41" fmla="*/ 43 h 125"/>
                    <a:gd name="T42" fmla="*/ 92 w 153"/>
                    <a:gd name="T43" fmla="*/ 60 h 125"/>
                    <a:gd name="T44" fmla="*/ 76 w 153"/>
                    <a:gd name="T45" fmla="*/ 7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" h="125">
                      <a:moveTo>
                        <a:pt x="78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69"/>
                        <a:pt x="5" y="78"/>
                        <a:pt x="15" y="69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21" y="121"/>
                        <a:pt x="21" y="125"/>
                        <a:pt x="24" y="125"/>
                      </a:cubicBezTo>
                      <a:cubicBezTo>
                        <a:pt x="28" y="125"/>
                        <a:pt x="62" y="125"/>
                        <a:pt x="62" y="125"/>
                      </a:cubicBezTo>
                      <a:cubicBezTo>
                        <a:pt x="63" y="93"/>
                        <a:pt x="63" y="93"/>
                        <a:pt x="63" y="93"/>
                      </a:cubicBezTo>
                      <a:cubicBezTo>
                        <a:pt x="63" y="93"/>
                        <a:pt x="62" y="88"/>
                        <a:pt x="67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9" y="88"/>
                        <a:pt x="89" y="93"/>
                        <a:pt x="89" y="93"/>
                      </a:cubicBezTo>
                      <a:cubicBezTo>
                        <a:pt x="89" y="125"/>
                        <a:pt x="89" y="125"/>
                        <a:pt x="89" y="125"/>
                      </a:cubicBezTo>
                      <a:cubicBezTo>
                        <a:pt x="89" y="125"/>
                        <a:pt x="121" y="125"/>
                        <a:pt x="126" y="125"/>
                      </a:cubicBezTo>
                      <a:cubicBezTo>
                        <a:pt x="131" y="125"/>
                        <a:pt x="130" y="120"/>
                        <a:pt x="130" y="120"/>
                      </a:cubicBezTo>
                      <a:cubicBezTo>
                        <a:pt x="130" y="63"/>
                        <a:pt x="130" y="63"/>
                        <a:pt x="130" y="63"/>
                      </a:cubicBezTo>
                      <a:cubicBezTo>
                        <a:pt x="136" y="69"/>
                        <a:pt x="136" y="69"/>
                        <a:pt x="136" y="69"/>
                      </a:cubicBezTo>
                      <a:cubicBezTo>
                        <a:pt x="148" y="77"/>
                        <a:pt x="153" y="69"/>
                        <a:pt x="153" y="69"/>
                      </a:cubicBezTo>
                      <a:lnTo>
                        <a:pt x="78" y="0"/>
                      </a:lnTo>
                      <a:close/>
                      <a:moveTo>
                        <a:pt x="76" y="76"/>
                      </a:moveTo>
                      <a:cubicBezTo>
                        <a:pt x="67" y="76"/>
                        <a:pt x="60" y="69"/>
                        <a:pt x="60" y="60"/>
                      </a:cubicBezTo>
                      <a:cubicBezTo>
                        <a:pt x="60" y="50"/>
                        <a:pt x="67" y="43"/>
                        <a:pt x="76" y="43"/>
                      </a:cubicBezTo>
                      <a:cubicBezTo>
                        <a:pt x="85" y="43"/>
                        <a:pt x="92" y="50"/>
                        <a:pt x="92" y="60"/>
                      </a:cubicBezTo>
                      <a:cubicBezTo>
                        <a:pt x="92" y="69"/>
                        <a:pt x="85" y="76"/>
                        <a:pt x="76" y="7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2" name="Freeform 6">
                  <a:extLst>
                    <a:ext uri="{FF2B5EF4-FFF2-40B4-BE49-F238E27FC236}">
                      <a16:creationId xmlns:a16="http://schemas.microsoft.com/office/drawing/2014/main" id="{4A06A221-F0FF-206D-E0D8-D57BE4C3E2FB}"/>
                    </a:ext>
                  </a:extLst>
                </p:cNvPr>
                <p:cNvSpPr/>
                <p:nvPr/>
              </p:nvSpPr>
              <p:spPr bwMode="auto">
                <a:xfrm>
                  <a:off x="1949464" y="1366877"/>
                  <a:ext cx="49916" cy="102328"/>
                </a:xfrm>
                <a:custGeom>
                  <a:avLst/>
                  <a:gdLst>
                    <a:gd name="T0" fmla="*/ 20 w 20"/>
                    <a:gd name="T1" fmla="*/ 41 h 41"/>
                    <a:gd name="T2" fmla="*/ 20 w 20"/>
                    <a:gd name="T3" fmla="*/ 0 h 41"/>
                    <a:gd name="T4" fmla="*/ 0 w 20"/>
                    <a:gd name="T5" fmla="*/ 0 h 41"/>
                    <a:gd name="T6" fmla="*/ 0 w 20"/>
                    <a:gd name="T7" fmla="*/ 24 h 41"/>
                    <a:gd name="T8" fmla="*/ 20 w 20"/>
                    <a:gd name="T9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41">
                      <a:moveTo>
                        <a:pt x="20" y="41"/>
                      </a:moveTo>
                      <a:lnTo>
                        <a:pt x="20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3" name="Oval 7">
                  <a:extLst>
                    <a:ext uri="{FF2B5EF4-FFF2-40B4-BE49-F238E27FC236}">
                      <a16:creationId xmlns:a16="http://schemas.microsoft.com/office/drawing/2014/main" id="{258D2919-8811-FA8B-B202-6DFAD970B0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7255" y="1484179"/>
                  <a:ext cx="52412" cy="54907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7" name="Group 66">
                <a:extLst>
                  <a:ext uri="{FF2B5EF4-FFF2-40B4-BE49-F238E27FC236}">
                    <a16:creationId xmlns:a16="http://schemas.microsoft.com/office/drawing/2014/main" id="{E1BA3F48-15D4-625F-829B-72807689263D}"/>
                  </a:ext>
                </a:extLst>
              </p:cNvPr>
              <p:cNvGrpSpPr/>
              <p:nvPr/>
            </p:nvGrpSpPr>
            <p:grpSpPr>
              <a:xfrm flipH="1">
                <a:off x="7123044" y="2704640"/>
                <a:ext cx="243762" cy="274941"/>
                <a:chOff x="5513440" y="1766202"/>
                <a:chExt cx="429274" cy="484183"/>
              </a:xfrm>
              <a:grpFill/>
            </p:grpSpPr>
            <p:sp>
              <p:nvSpPr>
                <p:cNvPr id="118" name="Freeform 147">
                  <a:extLst>
                    <a:ext uri="{FF2B5EF4-FFF2-40B4-BE49-F238E27FC236}">
                      <a16:creationId xmlns:a16="http://schemas.microsoft.com/office/drawing/2014/main" id="{8E8B0B4B-A7DB-FC2E-C032-022B09168153}"/>
                    </a:ext>
                  </a:extLst>
                </p:cNvPr>
                <p:cNvSpPr/>
                <p:nvPr/>
              </p:nvSpPr>
              <p:spPr bwMode="auto">
                <a:xfrm>
                  <a:off x="5513440" y="1766202"/>
                  <a:ext cx="429274" cy="87353"/>
                </a:xfrm>
                <a:custGeom>
                  <a:avLst/>
                  <a:gdLst>
                    <a:gd name="T0" fmla="*/ 68 w 129"/>
                    <a:gd name="T1" fmla="*/ 8 h 26"/>
                    <a:gd name="T2" fmla="*/ 68 w 129"/>
                    <a:gd name="T3" fmla="*/ 4 h 26"/>
                    <a:gd name="T4" fmla="*/ 64 w 129"/>
                    <a:gd name="T5" fmla="*/ 0 h 26"/>
                    <a:gd name="T6" fmla="*/ 61 w 129"/>
                    <a:gd name="T7" fmla="*/ 4 h 26"/>
                    <a:gd name="T8" fmla="*/ 61 w 129"/>
                    <a:gd name="T9" fmla="*/ 8 h 26"/>
                    <a:gd name="T10" fmla="*/ 0 w 129"/>
                    <a:gd name="T11" fmla="*/ 8 h 26"/>
                    <a:gd name="T12" fmla="*/ 0 w 129"/>
                    <a:gd name="T13" fmla="*/ 26 h 26"/>
                    <a:gd name="T14" fmla="*/ 129 w 129"/>
                    <a:gd name="T15" fmla="*/ 26 h 26"/>
                    <a:gd name="T16" fmla="*/ 129 w 129"/>
                    <a:gd name="T17" fmla="*/ 8 h 26"/>
                    <a:gd name="T18" fmla="*/ 68 w 129"/>
                    <a:gd name="T19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9" h="26">
                      <a:moveTo>
                        <a:pt x="68" y="8"/>
                      </a:move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2"/>
                        <a:pt x="66" y="0"/>
                        <a:pt x="64" y="0"/>
                      </a:cubicBezTo>
                      <a:cubicBezTo>
                        <a:pt x="63" y="0"/>
                        <a:pt x="61" y="2"/>
                        <a:pt x="61" y="4"/>
                      </a:cubicBez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129" y="26"/>
                        <a:pt x="129" y="26"/>
                        <a:pt x="129" y="26"/>
                      </a:cubicBezTo>
                      <a:cubicBezTo>
                        <a:pt x="129" y="8"/>
                        <a:pt x="129" y="8"/>
                        <a:pt x="129" y="8"/>
                      </a:cubicBezTo>
                      <a:lnTo>
                        <a:pt x="68" y="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9" name="Freeform 148">
                  <a:extLst>
                    <a:ext uri="{FF2B5EF4-FFF2-40B4-BE49-F238E27FC236}">
                      <a16:creationId xmlns:a16="http://schemas.microsoft.com/office/drawing/2014/main" id="{5F2DC960-1A8A-7579-E6DD-321E5A35D30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550876" y="1873521"/>
                  <a:ext cx="356897" cy="376864"/>
                </a:xfrm>
                <a:custGeom>
                  <a:avLst/>
                  <a:gdLst>
                    <a:gd name="T0" fmla="*/ 143 w 143"/>
                    <a:gd name="T1" fmla="*/ 95 h 151"/>
                    <a:gd name="T2" fmla="*/ 143 w 143"/>
                    <a:gd name="T3" fmla="*/ 0 h 151"/>
                    <a:gd name="T4" fmla="*/ 0 w 143"/>
                    <a:gd name="T5" fmla="*/ 0 h 151"/>
                    <a:gd name="T6" fmla="*/ 0 w 143"/>
                    <a:gd name="T7" fmla="*/ 95 h 151"/>
                    <a:gd name="T8" fmla="*/ 63 w 143"/>
                    <a:gd name="T9" fmla="*/ 95 h 151"/>
                    <a:gd name="T10" fmla="*/ 63 w 143"/>
                    <a:gd name="T11" fmla="*/ 125 h 151"/>
                    <a:gd name="T12" fmla="*/ 45 w 143"/>
                    <a:gd name="T13" fmla="*/ 125 h 151"/>
                    <a:gd name="T14" fmla="*/ 45 w 143"/>
                    <a:gd name="T15" fmla="*/ 121 h 151"/>
                    <a:gd name="T16" fmla="*/ 37 w 143"/>
                    <a:gd name="T17" fmla="*/ 121 h 151"/>
                    <a:gd name="T18" fmla="*/ 25 w 143"/>
                    <a:gd name="T19" fmla="*/ 151 h 151"/>
                    <a:gd name="T20" fmla="*/ 33 w 143"/>
                    <a:gd name="T21" fmla="*/ 151 h 151"/>
                    <a:gd name="T22" fmla="*/ 40 w 143"/>
                    <a:gd name="T23" fmla="*/ 137 h 151"/>
                    <a:gd name="T24" fmla="*/ 104 w 143"/>
                    <a:gd name="T25" fmla="*/ 137 h 151"/>
                    <a:gd name="T26" fmla="*/ 109 w 143"/>
                    <a:gd name="T27" fmla="*/ 151 h 151"/>
                    <a:gd name="T28" fmla="*/ 119 w 143"/>
                    <a:gd name="T29" fmla="*/ 151 h 151"/>
                    <a:gd name="T30" fmla="*/ 107 w 143"/>
                    <a:gd name="T31" fmla="*/ 121 h 151"/>
                    <a:gd name="T32" fmla="*/ 97 w 143"/>
                    <a:gd name="T33" fmla="*/ 121 h 151"/>
                    <a:gd name="T34" fmla="*/ 97 w 143"/>
                    <a:gd name="T35" fmla="*/ 125 h 151"/>
                    <a:gd name="T36" fmla="*/ 80 w 143"/>
                    <a:gd name="T37" fmla="*/ 125 h 151"/>
                    <a:gd name="T38" fmla="*/ 80 w 143"/>
                    <a:gd name="T39" fmla="*/ 95 h 151"/>
                    <a:gd name="T40" fmla="*/ 143 w 143"/>
                    <a:gd name="T41" fmla="*/ 95 h 151"/>
                    <a:gd name="T42" fmla="*/ 92 w 143"/>
                    <a:gd name="T43" fmla="*/ 28 h 151"/>
                    <a:gd name="T44" fmla="*/ 133 w 143"/>
                    <a:gd name="T45" fmla="*/ 28 h 151"/>
                    <a:gd name="T46" fmla="*/ 133 w 143"/>
                    <a:gd name="T47" fmla="*/ 37 h 151"/>
                    <a:gd name="T48" fmla="*/ 92 w 143"/>
                    <a:gd name="T49" fmla="*/ 37 h 151"/>
                    <a:gd name="T50" fmla="*/ 92 w 143"/>
                    <a:gd name="T51" fmla="*/ 28 h 151"/>
                    <a:gd name="T52" fmla="*/ 92 w 143"/>
                    <a:gd name="T53" fmla="*/ 46 h 151"/>
                    <a:gd name="T54" fmla="*/ 133 w 143"/>
                    <a:gd name="T55" fmla="*/ 46 h 151"/>
                    <a:gd name="T56" fmla="*/ 133 w 143"/>
                    <a:gd name="T57" fmla="*/ 56 h 151"/>
                    <a:gd name="T58" fmla="*/ 92 w 143"/>
                    <a:gd name="T59" fmla="*/ 56 h 151"/>
                    <a:gd name="T60" fmla="*/ 92 w 143"/>
                    <a:gd name="T61" fmla="*/ 46 h 151"/>
                    <a:gd name="T62" fmla="*/ 92 w 143"/>
                    <a:gd name="T63" fmla="*/ 63 h 151"/>
                    <a:gd name="T64" fmla="*/ 133 w 143"/>
                    <a:gd name="T65" fmla="*/ 63 h 151"/>
                    <a:gd name="T66" fmla="*/ 133 w 143"/>
                    <a:gd name="T67" fmla="*/ 74 h 151"/>
                    <a:gd name="T68" fmla="*/ 92 w 143"/>
                    <a:gd name="T69" fmla="*/ 74 h 151"/>
                    <a:gd name="T70" fmla="*/ 92 w 143"/>
                    <a:gd name="T71" fmla="*/ 63 h 151"/>
                    <a:gd name="T72" fmla="*/ 8 w 143"/>
                    <a:gd name="T73" fmla="*/ 75 h 151"/>
                    <a:gd name="T74" fmla="*/ 8 w 143"/>
                    <a:gd name="T75" fmla="*/ 24 h 151"/>
                    <a:gd name="T76" fmla="*/ 83 w 143"/>
                    <a:gd name="T77" fmla="*/ 24 h 151"/>
                    <a:gd name="T78" fmla="*/ 83 w 143"/>
                    <a:gd name="T79" fmla="*/ 75 h 151"/>
                    <a:gd name="T80" fmla="*/ 8 w 143"/>
                    <a:gd name="T81" fmla="*/ 7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43" h="151">
                      <a:moveTo>
                        <a:pt x="143" y="95"/>
                      </a:moveTo>
                      <a:lnTo>
                        <a:pt x="143" y="0"/>
                      </a:lnTo>
                      <a:lnTo>
                        <a:pt x="0" y="0"/>
                      </a:lnTo>
                      <a:lnTo>
                        <a:pt x="0" y="95"/>
                      </a:lnTo>
                      <a:lnTo>
                        <a:pt x="63" y="95"/>
                      </a:lnTo>
                      <a:lnTo>
                        <a:pt x="63" y="125"/>
                      </a:lnTo>
                      <a:lnTo>
                        <a:pt x="45" y="125"/>
                      </a:lnTo>
                      <a:lnTo>
                        <a:pt x="45" y="121"/>
                      </a:lnTo>
                      <a:lnTo>
                        <a:pt x="37" y="121"/>
                      </a:lnTo>
                      <a:lnTo>
                        <a:pt x="25" y="151"/>
                      </a:lnTo>
                      <a:lnTo>
                        <a:pt x="33" y="151"/>
                      </a:lnTo>
                      <a:lnTo>
                        <a:pt x="40" y="137"/>
                      </a:lnTo>
                      <a:lnTo>
                        <a:pt x="104" y="137"/>
                      </a:lnTo>
                      <a:lnTo>
                        <a:pt x="109" y="151"/>
                      </a:lnTo>
                      <a:lnTo>
                        <a:pt x="119" y="151"/>
                      </a:lnTo>
                      <a:lnTo>
                        <a:pt x="107" y="121"/>
                      </a:lnTo>
                      <a:lnTo>
                        <a:pt x="97" y="121"/>
                      </a:lnTo>
                      <a:lnTo>
                        <a:pt x="97" y="125"/>
                      </a:lnTo>
                      <a:lnTo>
                        <a:pt x="80" y="125"/>
                      </a:lnTo>
                      <a:lnTo>
                        <a:pt x="80" y="95"/>
                      </a:lnTo>
                      <a:lnTo>
                        <a:pt x="143" y="95"/>
                      </a:lnTo>
                      <a:close/>
                      <a:moveTo>
                        <a:pt x="92" y="28"/>
                      </a:moveTo>
                      <a:lnTo>
                        <a:pt x="133" y="28"/>
                      </a:lnTo>
                      <a:lnTo>
                        <a:pt x="133" y="37"/>
                      </a:lnTo>
                      <a:lnTo>
                        <a:pt x="92" y="37"/>
                      </a:lnTo>
                      <a:lnTo>
                        <a:pt x="92" y="28"/>
                      </a:lnTo>
                      <a:close/>
                      <a:moveTo>
                        <a:pt x="92" y="46"/>
                      </a:moveTo>
                      <a:lnTo>
                        <a:pt x="133" y="46"/>
                      </a:lnTo>
                      <a:lnTo>
                        <a:pt x="133" y="56"/>
                      </a:lnTo>
                      <a:lnTo>
                        <a:pt x="92" y="56"/>
                      </a:lnTo>
                      <a:lnTo>
                        <a:pt x="92" y="46"/>
                      </a:lnTo>
                      <a:close/>
                      <a:moveTo>
                        <a:pt x="92" y="63"/>
                      </a:moveTo>
                      <a:lnTo>
                        <a:pt x="133" y="63"/>
                      </a:lnTo>
                      <a:lnTo>
                        <a:pt x="133" y="74"/>
                      </a:lnTo>
                      <a:lnTo>
                        <a:pt x="92" y="74"/>
                      </a:lnTo>
                      <a:lnTo>
                        <a:pt x="92" y="63"/>
                      </a:lnTo>
                      <a:close/>
                      <a:moveTo>
                        <a:pt x="8" y="75"/>
                      </a:moveTo>
                      <a:lnTo>
                        <a:pt x="8" y="24"/>
                      </a:lnTo>
                      <a:lnTo>
                        <a:pt x="83" y="24"/>
                      </a:lnTo>
                      <a:lnTo>
                        <a:pt x="83" y="75"/>
                      </a:lnTo>
                      <a:lnTo>
                        <a:pt x="8" y="7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0" name="Freeform 149">
                  <a:extLst>
                    <a:ext uri="{FF2B5EF4-FFF2-40B4-BE49-F238E27FC236}">
                      <a16:creationId xmlns:a16="http://schemas.microsoft.com/office/drawing/2014/main" id="{D973BB48-A6A9-98CD-9298-7202F1942827}"/>
                    </a:ext>
                  </a:extLst>
                </p:cNvPr>
                <p:cNvSpPr/>
                <p:nvPr/>
              </p:nvSpPr>
              <p:spPr bwMode="auto">
                <a:xfrm>
                  <a:off x="5578330" y="1945898"/>
                  <a:ext cx="174705" cy="102328"/>
                </a:xfrm>
                <a:custGeom>
                  <a:avLst/>
                  <a:gdLst>
                    <a:gd name="T0" fmla="*/ 58 w 70"/>
                    <a:gd name="T1" fmla="*/ 12 h 41"/>
                    <a:gd name="T2" fmla="*/ 54 w 70"/>
                    <a:gd name="T3" fmla="*/ 20 h 41"/>
                    <a:gd name="T4" fmla="*/ 48 w 70"/>
                    <a:gd name="T5" fmla="*/ 16 h 41"/>
                    <a:gd name="T6" fmla="*/ 48 w 70"/>
                    <a:gd name="T7" fmla="*/ 16 h 41"/>
                    <a:gd name="T8" fmla="*/ 34 w 70"/>
                    <a:gd name="T9" fmla="*/ 8 h 41"/>
                    <a:gd name="T10" fmla="*/ 32 w 70"/>
                    <a:gd name="T11" fmla="*/ 12 h 41"/>
                    <a:gd name="T12" fmla="*/ 28 w 70"/>
                    <a:gd name="T13" fmla="*/ 20 h 41"/>
                    <a:gd name="T14" fmla="*/ 16 w 70"/>
                    <a:gd name="T15" fmla="*/ 12 h 41"/>
                    <a:gd name="T16" fmla="*/ 12 w 70"/>
                    <a:gd name="T17" fmla="*/ 17 h 41"/>
                    <a:gd name="T18" fmla="*/ 12 w 70"/>
                    <a:gd name="T19" fmla="*/ 17 h 41"/>
                    <a:gd name="T20" fmla="*/ 0 w 70"/>
                    <a:gd name="T21" fmla="*/ 37 h 41"/>
                    <a:gd name="T22" fmla="*/ 5 w 70"/>
                    <a:gd name="T23" fmla="*/ 41 h 41"/>
                    <a:gd name="T24" fmla="*/ 17 w 70"/>
                    <a:gd name="T25" fmla="*/ 21 h 41"/>
                    <a:gd name="T26" fmla="*/ 24 w 70"/>
                    <a:gd name="T27" fmla="*/ 25 h 41"/>
                    <a:gd name="T28" fmla="*/ 24 w 70"/>
                    <a:gd name="T29" fmla="*/ 25 h 41"/>
                    <a:gd name="T30" fmla="*/ 30 w 70"/>
                    <a:gd name="T31" fmla="*/ 29 h 41"/>
                    <a:gd name="T32" fmla="*/ 37 w 70"/>
                    <a:gd name="T33" fmla="*/ 17 h 41"/>
                    <a:gd name="T34" fmla="*/ 42 w 70"/>
                    <a:gd name="T35" fmla="*/ 21 h 41"/>
                    <a:gd name="T36" fmla="*/ 42 w 70"/>
                    <a:gd name="T37" fmla="*/ 21 h 41"/>
                    <a:gd name="T38" fmla="*/ 56 w 70"/>
                    <a:gd name="T39" fmla="*/ 28 h 41"/>
                    <a:gd name="T40" fmla="*/ 57 w 70"/>
                    <a:gd name="T41" fmla="*/ 28 h 41"/>
                    <a:gd name="T42" fmla="*/ 57 w 70"/>
                    <a:gd name="T43" fmla="*/ 28 h 41"/>
                    <a:gd name="T44" fmla="*/ 64 w 70"/>
                    <a:gd name="T45" fmla="*/ 17 h 41"/>
                    <a:gd name="T46" fmla="*/ 64 w 70"/>
                    <a:gd name="T47" fmla="*/ 17 h 41"/>
                    <a:gd name="T48" fmla="*/ 70 w 70"/>
                    <a:gd name="T49" fmla="*/ 4 h 41"/>
                    <a:gd name="T50" fmla="*/ 65 w 70"/>
                    <a:gd name="T51" fmla="*/ 0 h 41"/>
                    <a:gd name="T52" fmla="*/ 58 w 70"/>
                    <a:gd name="T53" fmla="*/ 12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70" h="41">
                      <a:moveTo>
                        <a:pt x="58" y="12"/>
                      </a:moveTo>
                      <a:lnTo>
                        <a:pt x="54" y="20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4" y="8"/>
                      </a:lnTo>
                      <a:lnTo>
                        <a:pt x="32" y="12"/>
                      </a:lnTo>
                      <a:lnTo>
                        <a:pt x="28" y="20"/>
                      </a:lnTo>
                      <a:lnTo>
                        <a:pt x="16" y="12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0" y="37"/>
                      </a:lnTo>
                      <a:lnTo>
                        <a:pt x="5" y="41"/>
                      </a:lnTo>
                      <a:lnTo>
                        <a:pt x="17" y="21"/>
                      </a:lnTo>
                      <a:lnTo>
                        <a:pt x="24" y="25"/>
                      </a:lnTo>
                      <a:lnTo>
                        <a:pt x="24" y="25"/>
                      </a:lnTo>
                      <a:lnTo>
                        <a:pt x="30" y="29"/>
                      </a:lnTo>
                      <a:lnTo>
                        <a:pt x="37" y="17"/>
                      </a:lnTo>
                      <a:lnTo>
                        <a:pt x="42" y="21"/>
                      </a:lnTo>
                      <a:lnTo>
                        <a:pt x="42" y="21"/>
                      </a:lnTo>
                      <a:lnTo>
                        <a:pt x="56" y="28"/>
                      </a:lnTo>
                      <a:lnTo>
                        <a:pt x="57" y="28"/>
                      </a:lnTo>
                      <a:lnTo>
                        <a:pt x="57" y="28"/>
                      </a:lnTo>
                      <a:lnTo>
                        <a:pt x="64" y="17"/>
                      </a:lnTo>
                      <a:lnTo>
                        <a:pt x="64" y="17"/>
                      </a:lnTo>
                      <a:lnTo>
                        <a:pt x="70" y="4"/>
                      </a:lnTo>
                      <a:lnTo>
                        <a:pt x="65" y="0"/>
                      </a:lnTo>
                      <a:lnTo>
                        <a:pt x="58" y="1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8" name="Group 78">
                <a:extLst>
                  <a:ext uri="{FF2B5EF4-FFF2-40B4-BE49-F238E27FC236}">
                    <a16:creationId xmlns:a16="http://schemas.microsoft.com/office/drawing/2014/main" id="{10E09AB2-493B-207D-7EC1-EAEF96D53659}"/>
                  </a:ext>
                </a:extLst>
              </p:cNvPr>
              <p:cNvGrpSpPr/>
              <p:nvPr/>
            </p:nvGrpSpPr>
            <p:grpSpPr>
              <a:xfrm>
                <a:off x="6672025" y="4415551"/>
                <a:ext cx="171867" cy="215494"/>
                <a:chOff x="5106627" y="2260366"/>
                <a:chExt cx="324452" cy="406813"/>
              </a:xfrm>
              <a:grpFill/>
            </p:grpSpPr>
            <p:sp>
              <p:nvSpPr>
                <p:cNvPr id="114" name="Freeform 80">
                  <a:extLst>
                    <a:ext uri="{FF2B5EF4-FFF2-40B4-BE49-F238E27FC236}">
                      <a16:creationId xmlns:a16="http://schemas.microsoft.com/office/drawing/2014/main" id="{606F228C-AF8C-49F1-5272-127DFF73C899}"/>
                    </a:ext>
                  </a:extLst>
                </p:cNvPr>
                <p:cNvSpPr/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5" name="Freeform 81">
                  <a:extLst>
                    <a:ext uri="{FF2B5EF4-FFF2-40B4-BE49-F238E27FC236}">
                      <a16:creationId xmlns:a16="http://schemas.microsoft.com/office/drawing/2014/main" id="{23E8BCEF-37D0-739B-8CDA-CAF79181D03B}"/>
                    </a:ext>
                  </a:extLst>
                </p:cNvPr>
                <p:cNvSpPr/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6" name="Freeform 82">
                  <a:extLst>
                    <a:ext uri="{FF2B5EF4-FFF2-40B4-BE49-F238E27FC236}">
                      <a16:creationId xmlns:a16="http://schemas.microsoft.com/office/drawing/2014/main" id="{C0FD8676-36F3-9897-B618-A291B529A5DD}"/>
                    </a:ext>
                  </a:extLst>
                </p:cNvPr>
                <p:cNvSpPr/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7" name="Oval 83">
                  <a:extLst>
                    <a:ext uri="{FF2B5EF4-FFF2-40B4-BE49-F238E27FC236}">
                      <a16:creationId xmlns:a16="http://schemas.microsoft.com/office/drawing/2014/main" id="{0979074A-8FF3-E33F-C264-0F412DF06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9" name="Group 83">
                <a:extLst>
                  <a:ext uri="{FF2B5EF4-FFF2-40B4-BE49-F238E27FC236}">
                    <a16:creationId xmlns:a16="http://schemas.microsoft.com/office/drawing/2014/main" id="{EA6B0E63-79AD-8310-7AF3-2BD4A9CC9272}"/>
                  </a:ext>
                </a:extLst>
              </p:cNvPr>
              <p:cNvGrpSpPr/>
              <p:nvPr/>
            </p:nvGrpSpPr>
            <p:grpSpPr>
              <a:xfrm flipH="1">
                <a:off x="5547932" y="4033906"/>
                <a:ext cx="141392" cy="115055"/>
                <a:chOff x="1550139" y="1314466"/>
                <a:chExt cx="509139" cy="414300"/>
              </a:xfrm>
              <a:grpFill/>
            </p:grpSpPr>
            <p:sp>
              <p:nvSpPr>
                <p:cNvPr id="111" name="Freeform 5">
                  <a:extLst>
                    <a:ext uri="{FF2B5EF4-FFF2-40B4-BE49-F238E27FC236}">
                      <a16:creationId xmlns:a16="http://schemas.microsoft.com/office/drawing/2014/main" id="{28C72D02-971F-4E33-41D4-DA8160E193B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50139" y="1314466"/>
                  <a:ext cx="509139" cy="414300"/>
                </a:xfrm>
                <a:custGeom>
                  <a:avLst/>
                  <a:gdLst>
                    <a:gd name="T0" fmla="*/ 78 w 153"/>
                    <a:gd name="T1" fmla="*/ 0 h 125"/>
                    <a:gd name="T2" fmla="*/ 0 w 153"/>
                    <a:gd name="T3" fmla="*/ 69 h 125"/>
                    <a:gd name="T4" fmla="*/ 15 w 153"/>
                    <a:gd name="T5" fmla="*/ 69 h 125"/>
                    <a:gd name="T6" fmla="*/ 21 w 153"/>
                    <a:gd name="T7" fmla="*/ 64 h 125"/>
                    <a:gd name="T8" fmla="*/ 21 w 153"/>
                    <a:gd name="T9" fmla="*/ 121 h 125"/>
                    <a:gd name="T10" fmla="*/ 24 w 153"/>
                    <a:gd name="T11" fmla="*/ 125 h 125"/>
                    <a:gd name="T12" fmla="*/ 62 w 153"/>
                    <a:gd name="T13" fmla="*/ 125 h 125"/>
                    <a:gd name="T14" fmla="*/ 63 w 153"/>
                    <a:gd name="T15" fmla="*/ 93 h 125"/>
                    <a:gd name="T16" fmla="*/ 67 w 153"/>
                    <a:gd name="T17" fmla="*/ 88 h 125"/>
                    <a:gd name="T18" fmla="*/ 83 w 153"/>
                    <a:gd name="T19" fmla="*/ 88 h 125"/>
                    <a:gd name="T20" fmla="*/ 89 w 153"/>
                    <a:gd name="T21" fmla="*/ 93 h 125"/>
                    <a:gd name="T22" fmla="*/ 89 w 153"/>
                    <a:gd name="T23" fmla="*/ 125 h 125"/>
                    <a:gd name="T24" fmla="*/ 126 w 153"/>
                    <a:gd name="T25" fmla="*/ 125 h 125"/>
                    <a:gd name="T26" fmla="*/ 130 w 153"/>
                    <a:gd name="T27" fmla="*/ 120 h 125"/>
                    <a:gd name="T28" fmla="*/ 130 w 153"/>
                    <a:gd name="T29" fmla="*/ 63 h 125"/>
                    <a:gd name="T30" fmla="*/ 136 w 153"/>
                    <a:gd name="T31" fmla="*/ 69 h 125"/>
                    <a:gd name="T32" fmla="*/ 153 w 153"/>
                    <a:gd name="T33" fmla="*/ 69 h 125"/>
                    <a:gd name="T34" fmla="*/ 78 w 153"/>
                    <a:gd name="T35" fmla="*/ 0 h 125"/>
                    <a:gd name="T36" fmla="*/ 76 w 153"/>
                    <a:gd name="T37" fmla="*/ 76 h 125"/>
                    <a:gd name="T38" fmla="*/ 60 w 153"/>
                    <a:gd name="T39" fmla="*/ 60 h 125"/>
                    <a:gd name="T40" fmla="*/ 76 w 153"/>
                    <a:gd name="T41" fmla="*/ 43 h 125"/>
                    <a:gd name="T42" fmla="*/ 92 w 153"/>
                    <a:gd name="T43" fmla="*/ 60 h 125"/>
                    <a:gd name="T44" fmla="*/ 76 w 153"/>
                    <a:gd name="T45" fmla="*/ 7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" h="125">
                      <a:moveTo>
                        <a:pt x="78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69"/>
                        <a:pt x="5" y="78"/>
                        <a:pt x="15" y="69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21" y="121"/>
                        <a:pt x="21" y="125"/>
                        <a:pt x="24" y="125"/>
                      </a:cubicBezTo>
                      <a:cubicBezTo>
                        <a:pt x="28" y="125"/>
                        <a:pt x="62" y="125"/>
                        <a:pt x="62" y="125"/>
                      </a:cubicBezTo>
                      <a:cubicBezTo>
                        <a:pt x="63" y="93"/>
                        <a:pt x="63" y="93"/>
                        <a:pt x="63" y="93"/>
                      </a:cubicBezTo>
                      <a:cubicBezTo>
                        <a:pt x="63" y="93"/>
                        <a:pt x="62" y="88"/>
                        <a:pt x="67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9" y="88"/>
                        <a:pt x="89" y="93"/>
                        <a:pt x="89" y="93"/>
                      </a:cubicBezTo>
                      <a:cubicBezTo>
                        <a:pt x="89" y="125"/>
                        <a:pt x="89" y="125"/>
                        <a:pt x="89" y="125"/>
                      </a:cubicBezTo>
                      <a:cubicBezTo>
                        <a:pt x="89" y="125"/>
                        <a:pt x="121" y="125"/>
                        <a:pt x="126" y="125"/>
                      </a:cubicBezTo>
                      <a:cubicBezTo>
                        <a:pt x="131" y="125"/>
                        <a:pt x="130" y="120"/>
                        <a:pt x="130" y="120"/>
                      </a:cubicBezTo>
                      <a:cubicBezTo>
                        <a:pt x="130" y="63"/>
                        <a:pt x="130" y="63"/>
                        <a:pt x="130" y="63"/>
                      </a:cubicBezTo>
                      <a:cubicBezTo>
                        <a:pt x="136" y="69"/>
                        <a:pt x="136" y="69"/>
                        <a:pt x="136" y="69"/>
                      </a:cubicBezTo>
                      <a:cubicBezTo>
                        <a:pt x="148" y="77"/>
                        <a:pt x="153" y="69"/>
                        <a:pt x="153" y="69"/>
                      </a:cubicBezTo>
                      <a:lnTo>
                        <a:pt x="78" y="0"/>
                      </a:lnTo>
                      <a:close/>
                      <a:moveTo>
                        <a:pt x="76" y="76"/>
                      </a:moveTo>
                      <a:cubicBezTo>
                        <a:pt x="67" y="76"/>
                        <a:pt x="60" y="69"/>
                        <a:pt x="60" y="60"/>
                      </a:cubicBezTo>
                      <a:cubicBezTo>
                        <a:pt x="60" y="50"/>
                        <a:pt x="67" y="43"/>
                        <a:pt x="76" y="43"/>
                      </a:cubicBezTo>
                      <a:cubicBezTo>
                        <a:pt x="85" y="43"/>
                        <a:pt x="92" y="50"/>
                        <a:pt x="92" y="60"/>
                      </a:cubicBezTo>
                      <a:cubicBezTo>
                        <a:pt x="92" y="69"/>
                        <a:pt x="85" y="76"/>
                        <a:pt x="76" y="7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2" name="Freeform 6">
                  <a:extLst>
                    <a:ext uri="{FF2B5EF4-FFF2-40B4-BE49-F238E27FC236}">
                      <a16:creationId xmlns:a16="http://schemas.microsoft.com/office/drawing/2014/main" id="{ED8C6241-654E-3864-8801-B4A3A8BCD15D}"/>
                    </a:ext>
                  </a:extLst>
                </p:cNvPr>
                <p:cNvSpPr/>
                <p:nvPr/>
              </p:nvSpPr>
              <p:spPr bwMode="auto">
                <a:xfrm>
                  <a:off x="1949464" y="1366877"/>
                  <a:ext cx="49916" cy="102328"/>
                </a:xfrm>
                <a:custGeom>
                  <a:avLst/>
                  <a:gdLst>
                    <a:gd name="T0" fmla="*/ 20 w 20"/>
                    <a:gd name="T1" fmla="*/ 41 h 41"/>
                    <a:gd name="T2" fmla="*/ 20 w 20"/>
                    <a:gd name="T3" fmla="*/ 0 h 41"/>
                    <a:gd name="T4" fmla="*/ 0 w 20"/>
                    <a:gd name="T5" fmla="*/ 0 h 41"/>
                    <a:gd name="T6" fmla="*/ 0 w 20"/>
                    <a:gd name="T7" fmla="*/ 24 h 41"/>
                    <a:gd name="T8" fmla="*/ 20 w 20"/>
                    <a:gd name="T9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41">
                      <a:moveTo>
                        <a:pt x="20" y="41"/>
                      </a:moveTo>
                      <a:lnTo>
                        <a:pt x="20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3" name="Oval 7">
                  <a:extLst>
                    <a:ext uri="{FF2B5EF4-FFF2-40B4-BE49-F238E27FC236}">
                      <a16:creationId xmlns:a16="http://schemas.microsoft.com/office/drawing/2014/main" id="{C0C9F724-F361-5B9E-8236-4E592890C2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7255" y="1484179"/>
                  <a:ext cx="52412" cy="54907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100" name="Freeform 10">
                <a:extLst>
                  <a:ext uri="{FF2B5EF4-FFF2-40B4-BE49-F238E27FC236}">
                    <a16:creationId xmlns:a16="http://schemas.microsoft.com/office/drawing/2014/main" id="{C76CD2B5-E333-F4F2-1D24-FFA656DE52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54116" y="3165250"/>
                <a:ext cx="162038" cy="142413"/>
              </a:xfrm>
              <a:custGeom>
                <a:avLst/>
                <a:gdLst>
                  <a:gd name="T0" fmla="*/ 121 w 122"/>
                  <a:gd name="T1" fmla="*/ 103 h 107"/>
                  <a:gd name="T2" fmla="*/ 63 w 122"/>
                  <a:gd name="T3" fmla="*/ 1 h 107"/>
                  <a:gd name="T4" fmla="*/ 61 w 122"/>
                  <a:gd name="T5" fmla="*/ 0 h 107"/>
                  <a:gd name="T6" fmla="*/ 59 w 122"/>
                  <a:gd name="T7" fmla="*/ 1 h 107"/>
                  <a:gd name="T8" fmla="*/ 1 w 122"/>
                  <a:gd name="T9" fmla="*/ 103 h 107"/>
                  <a:gd name="T10" fmla="*/ 0 w 122"/>
                  <a:gd name="T11" fmla="*/ 105 h 107"/>
                  <a:gd name="T12" fmla="*/ 0 w 122"/>
                  <a:gd name="T13" fmla="*/ 106 h 107"/>
                  <a:gd name="T14" fmla="*/ 3 w 122"/>
                  <a:gd name="T15" fmla="*/ 107 h 107"/>
                  <a:gd name="T16" fmla="*/ 119 w 122"/>
                  <a:gd name="T17" fmla="*/ 107 h 107"/>
                  <a:gd name="T18" fmla="*/ 121 w 122"/>
                  <a:gd name="T19" fmla="*/ 106 h 107"/>
                  <a:gd name="T20" fmla="*/ 121 w 122"/>
                  <a:gd name="T21" fmla="*/ 103 h 107"/>
                  <a:gd name="T22" fmla="*/ 55 w 122"/>
                  <a:gd name="T23" fmla="*/ 38 h 107"/>
                  <a:gd name="T24" fmla="*/ 67 w 122"/>
                  <a:gd name="T25" fmla="*/ 38 h 107"/>
                  <a:gd name="T26" fmla="*/ 67 w 122"/>
                  <a:gd name="T27" fmla="*/ 76 h 107"/>
                  <a:gd name="T28" fmla="*/ 55 w 122"/>
                  <a:gd name="T29" fmla="*/ 76 h 107"/>
                  <a:gd name="T30" fmla="*/ 55 w 122"/>
                  <a:gd name="T31" fmla="*/ 38 h 107"/>
                  <a:gd name="T32" fmla="*/ 61 w 122"/>
                  <a:gd name="T33" fmla="*/ 97 h 107"/>
                  <a:gd name="T34" fmla="*/ 55 w 122"/>
                  <a:gd name="T35" fmla="*/ 91 h 107"/>
                  <a:gd name="T36" fmla="*/ 61 w 122"/>
                  <a:gd name="T37" fmla="*/ 86 h 107"/>
                  <a:gd name="T38" fmla="*/ 67 w 122"/>
                  <a:gd name="T39" fmla="*/ 91 h 107"/>
                  <a:gd name="T40" fmla="*/ 61 w 122"/>
                  <a:gd name="T41" fmla="*/ 9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07">
                    <a:moveTo>
                      <a:pt x="121" y="103"/>
                    </a:move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2" y="0"/>
                      <a:pt x="61" y="0"/>
                    </a:cubicBezTo>
                    <a:cubicBezTo>
                      <a:pt x="60" y="0"/>
                      <a:pt x="59" y="1"/>
                      <a:pt x="59" y="1"/>
                    </a:cubicBez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4"/>
                      <a:pt x="0" y="104"/>
                      <a:pt x="0" y="10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" y="107"/>
                      <a:pt x="2" y="107"/>
                      <a:pt x="3" y="107"/>
                    </a:cubicBezTo>
                    <a:cubicBezTo>
                      <a:pt x="119" y="107"/>
                      <a:pt x="119" y="107"/>
                      <a:pt x="119" y="107"/>
                    </a:cubicBezTo>
                    <a:cubicBezTo>
                      <a:pt x="120" y="107"/>
                      <a:pt x="121" y="107"/>
                      <a:pt x="121" y="106"/>
                    </a:cubicBezTo>
                    <a:cubicBezTo>
                      <a:pt x="122" y="105"/>
                      <a:pt x="122" y="104"/>
                      <a:pt x="121" y="103"/>
                    </a:cubicBezTo>
                    <a:close/>
                    <a:moveTo>
                      <a:pt x="55" y="38"/>
                    </a:move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55" y="76"/>
                      <a:pt x="55" y="76"/>
                      <a:pt x="55" y="76"/>
                    </a:cubicBezTo>
                    <a:lnTo>
                      <a:pt x="55" y="38"/>
                    </a:lnTo>
                    <a:close/>
                    <a:moveTo>
                      <a:pt x="61" y="97"/>
                    </a:moveTo>
                    <a:cubicBezTo>
                      <a:pt x="57" y="97"/>
                      <a:pt x="55" y="95"/>
                      <a:pt x="55" y="91"/>
                    </a:cubicBezTo>
                    <a:cubicBezTo>
                      <a:pt x="55" y="88"/>
                      <a:pt x="57" y="86"/>
                      <a:pt x="61" y="86"/>
                    </a:cubicBezTo>
                    <a:cubicBezTo>
                      <a:pt x="65" y="86"/>
                      <a:pt x="67" y="88"/>
                      <a:pt x="67" y="91"/>
                    </a:cubicBezTo>
                    <a:cubicBezTo>
                      <a:pt x="67" y="95"/>
                      <a:pt x="65" y="97"/>
                      <a:pt x="61" y="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1" name="Freeform 13">
                <a:extLst>
                  <a:ext uri="{FF2B5EF4-FFF2-40B4-BE49-F238E27FC236}">
                    <a16:creationId xmlns:a16="http://schemas.microsoft.com/office/drawing/2014/main" id="{C0E6CBB9-BBF6-B099-414E-3AC30D2264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1830" y="4832315"/>
                <a:ext cx="152839" cy="135000"/>
              </a:xfrm>
              <a:custGeom>
                <a:avLst/>
                <a:gdLst>
                  <a:gd name="T0" fmla="*/ 132 w 134"/>
                  <a:gd name="T1" fmla="*/ 16 h 118"/>
                  <a:gd name="T2" fmla="*/ 120 w 134"/>
                  <a:gd name="T3" fmla="*/ 4 h 118"/>
                  <a:gd name="T4" fmla="*/ 115 w 134"/>
                  <a:gd name="T5" fmla="*/ 4 h 118"/>
                  <a:gd name="T6" fmla="*/ 113 w 134"/>
                  <a:gd name="T7" fmla="*/ 8 h 118"/>
                  <a:gd name="T8" fmla="*/ 111 w 134"/>
                  <a:gd name="T9" fmla="*/ 8 h 118"/>
                  <a:gd name="T10" fmla="*/ 111 w 134"/>
                  <a:gd name="T11" fmla="*/ 8 h 118"/>
                  <a:gd name="T12" fmla="*/ 80 w 134"/>
                  <a:gd name="T13" fmla="*/ 39 h 118"/>
                  <a:gd name="T14" fmla="*/ 78 w 134"/>
                  <a:gd name="T15" fmla="*/ 47 h 118"/>
                  <a:gd name="T16" fmla="*/ 82 w 134"/>
                  <a:gd name="T17" fmla="*/ 50 h 118"/>
                  <a:gd name="T18" fmla="*/ 82 w 134"/>
                  <a:gd name="T19" fmla="*/ 50 h 118"/>
                  <a:gd name="T20" fmla="*/ 82 w 134"/>
                  <a:gd name="T21" fmla="*/ 50 h 118"/>
                  <a:gd name="T22" fmla="*/ 75 w 134"/>
                  <a:gd name="T23" fmla="*/ 57 h 118"/>
                  <a:gd name="T24" fmla="*/ 53 w 134"/>
                  <a:gd name="T25" fmla="*/ 35 h 118"/>
                  <a:gd name="T26" fmla="*/ 46 w 134"/>
                  <a:gd name="T27" fmla="*/ 9 h 118"/>
                  <a:gd name="T28" fmla="*/ 21 w 134"/>
                  <a:gd name="T29" fmla="*/ 2 h 118"/>
                  <a:gd name="T30" fmla="*/ 36 w 134"/>
                  <a:gd name="T31" fmla="*/ 17 h 118"/>
                  <a:gd name="T32" fmla="*/ 32 w 134"/>
                  <a:gd name="T33" fmla="*/ 32 h 118"/>
                  <a:gd name="T34" fmla="*/ 17 w 134"/>
                  <a:gd name="T35" fmla="*/ 36 h 118"/>
                  <a:gd name="T36" fmla="*/ 2 w 134"/>
                  <a:gd name="T37" fmla="*/ 21 h 118"/>
                  <a:gd name="T38" fmla="*/ 9 w 134"/>
                  <a:gd name="T39" fmla="*/ 46 h 118"/>
                  <a:gd name="T40" fmla="*/ 36 w 134"/>
                  <a:gd name="T41" fmla="*/ 53 h 118"/>
                  <a:gd name="T42" fmla="*/ 36 w 134"/>
                  <a:gd name="T43" fmla="*/ 53 h 118"/>
                  <a:gd name="T44" fmla="*/ 58 w 134"/>
                  <a:gd name="T45" fmla="*/ 74 h 118"/>
                  <a:gd name="T46" fmla="*/ 37 w 134"/>
                  <a:gd name="T47" fmla="*/ 95 h 118"/>
                  <a:gd name="T48" fmla="*/ 36 w 134"/>
                  <a:gd name="T49" fmla="*/ 94 h 118"/>
                  <a:gd name="T50" fmla="*/ 30 w 134"/>
                  <a:gd name="T51" fmla="*/ 99 h 118"/>
                  <a:gd name="T52" fmla="*/ 20 w 134"/>
                  <a:gd name="T53" fmla="*/ 114 h 118"/>
                  <a:gd name="T54" fmla="*/ 23 w 134"/>
                  <a:gd name="T55" fmla="*/ 116 h 118"/>
                  <a:gd name="T56" fmla="*/ 38 w 134"/>
                  <a:gd name="T57" fmla="*/ 107 h 118"/>
                  <a:gd name="T58" fmla="*/ 43 w 134"/>
                  <a:gd name="T59" fmla="*/ 101 h 118"/>
                  <a:gd name="T60" fmla="*/ 42 w 134"/>
                  <a:gd name="T61" fmla="*/ 100 h 118"/>
                  <a:gd name="T62" fmla="*/ 62 w 134"/>
                  <a:gd name="T63" fmla="*/ 79 h 118"/>
                  <a:gd name="T64" fmla="*/ 98 w 134"/>
                  <a:gd name="T65" fmla="*/ 114 h 118"/>
                  <a:gd name="T66" fmla="*/ 106 w 134"/>
                  <a:gd name="T67" fmla="*/ 118 h 118"/>
                  <a:gd name="T68" fmla="*/ 115 w 134"/>
                  <a:gd name="T69" fmla="*/ 114 h 118"/>
                  <a:gd name="T70" fmla="*/ 115 w 134"/>
                  <a:gd name="T71" fmla="*/ 97 h 118"/>
                  <a:gd name="T72" fmla="*/ 80 w 134"/>
                  <a:gd name="T73" fmla="*/ 62 h 118"/>
                  <a:gd name="T74" fmla="*/ 87 w 134"/>
                  <a:gd name="T75" fmla="*/ 55 h 118"/>
                  <a:gd name="T76" fmla="*/ 90 w 134"/>
                  <a:gd name="T77" fmla="*/ 58 h 118"/>
                  <a:gd name="T78" fmla="*/ 97 w 134"/>
                  <a:gd name="T79" fmla="*/ 56 h 118"/>
                  <a:gd name="T80" fmla="*/ 127 w 134"/>
                  <a:gd name="T81" fmla="*/ 26 h 118"/>
                  <a:gd name="T82" fmla="*/ 128 w 134"/>
                  <a:gd name="T83" fmla="*/ 25 h 118"/>
                  <a:gd name="T84" fmla="*/ 128 w 134"/>
                  <a:gd name="T85" fmla="*/ 25 h 118"/>
                  <a:gd name="T86" fmla="*/ 129 w 134"/>
                  <a:gd name="T87" fmla="*/ 23 h 118"/>
                  <a:gd name="T88" fmla="*/ 132 w 134"/>
                  <a:gd name="T89" fmla="*/ 22 h 118"/>
                  <a:gd name="T90" fmla="*/ 132 w 134"/>
                  <a:gd name="T91" fmla="*/ 16 h 118"/>
                  <a:gd name="T92" fmla="*/ 108 w 134"/>
                  <a:gd name="T93" fmla="*/ 103 h 118"/>
                  <a:gd name="T94" fmla="*/ 112 w 134"/>
                  <a:gd name="T95" fmla="*/ 108 h 118"/>
                  <a:gd name="T96" fmla="*/ 108 w 134"/>
                  <a:gd name="T97" fmla="*/ 112 h 118"/>
                  <a:gd name="T98" fmla="*/ 103 w 134"/>
                  <a:gd name="T99" fmla="*/ 108 h 118"/>
                  <a:gd name="T100" fmla="*/ 108 w 134"/>
                  <a:gd name="T101" fmla="*/ 103 h 118"/>
                  <a:gd name="T102" fmla="*/ 90 w 134"/>
                  <a:gd name="T103" fmla="*/ 41 h 118"/>
                  <a:gd name="T104" fmla="*/ 88 w 134"/>
                  <a:gd name="T105" fmla="*/ 39 h 118"/>
                  <a:gd name="T106" fmla="*/ 111 w 134"/>
                  <a:gd name="T107" fmla="*/ 16 h 118"/>
                  <a:gd name="T108" fmla="*/ 113 w 134"/>
                  <a:gd name="T109" fmla="*/ 18 h 118"/>
                  <a:gd name="T110" fmla="*/ 90 w 134"/>
                  <a:gd name="T111" fmla="*/ 41 h 118"/>
                  <a:gd name="T112" fmla="*/ 98 w 134"/>
                  <a:gd name="T113" fmla="*/ 48 h 118"/>
                  <a:gd name="T114" fmla="*/ 96 w 134"/>
                  <a:gd name="T115" fmla="*/ 46 h 118"/>
                  <a:gd name="T116" fmla="*/ 118 w 134"/>
                  <a:gd name="T117" fmla="*/ 23 h 118"/>
                  <a:gd name="T118" fmla="*/ 120 w 134"/>
                  <a:gd name="T119" fmla="*/ 25 h 118"/>
                  <a:gd name="T120" fmla="*/ 98 w 134"/>
                  <a:gd name="T121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4" h="118">
                    <a:moveTo>
                      <a:pt x="132" y="16"/>
                    </a:moveTo>
                    <a:cubicBezTo>
                      <a:pt x="120" y="4"/>
                      <a:pt x="120" y="4"/>
                      <a:pt x="120" y="4"/>
                    </a:cubicBezTo>
                    <a:cubicBezTo>
                      <a:pt x="119" y="2"/>
                      <a:pt x="116" y="2"/>
                      <a:pt x="115" y="4"/>
                    </a:cubicBezTo>
                    <a:cubicBezTo>
                      <a:pt x="114" y="5"/>
                      <a:pt x="113" y="6"/>
                      <a:pt x="113" y="8"/>
                    </a:cubicBezTo>
                    <a:cubicBezTo>
                      <a:pt x="113" y="8"/>
                      <a:pt x="112" y="8"/>
                      <a:pt x="111" y="8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81" y="42"/>
                      <a:pt x="80" y="44"/>
                      <a:pt x="78" y="47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6" y="26"/>
                      <a:pt x="53" y="16"/>
                      <a:pt x="46" y="9"/>
                    </a:cubicBezTo>
                    <a:cubicBezTo>
                      <a:pt x="39" y="2"/>
                      <a:pt x="30" y="0"/>
                      <a:pt x="21" y="2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2" y="39"/>
                      <a:pt x="9" y="46"/>
                    </a:cubicBezTo>
                    <a:cubicBezTo>
                      <a:pt x="16" y="54"/>
                      <a:pt x="27" y="56"/>
                      <a:pt x="36" y="53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37" y="95"/>
                      <a:pt x="37" y="95"/>
                      <a:pt x="37" y="95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0" y="99"/>
                      <a:pt x="30" y="99"/>
                      <a:pt x="30" y="99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3" y="116"/>
                      <a:pt x="23" y="116"/>
                      <a:pt x="23" y="11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00" y="117"/>
                      <a:pt x="103" y="118"/>
                      <a:pt x="106" y="118"/>
                    </a:cubicBezTo>
                    <a:cubicBezTo>
                      <a:pt x="110" y="118"/>
                      <a:pt x="113" y="117"/>
                      <a:pt x="115" y="114"/>
                    </a:cubicBezTo>
                    <a:cubicBezTo>
                      <a:pt x="120" y="110"/>
                      <a:pt x="120" y="102"/>
                      <a:pt x="115" y="97"/>
                    </a:cubicBezTo>
                    <a:cubicBezTo>
                      <a:pt x="80" y="62"/>
                      <a:pt x="80" y="62"/>
                      <a:pt x="80" y="62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2" y="56"/>
                      <a:pt x="95" y="56"/>
                      <a:pt x="97" y="56"/>
                    </a:cubicBezTo>
                    <a:cubicBezTo>
                      <a:pt x="127" y="26"/>
                      <a:pt x="127" y="26"/>
                      <a:pt x="127" y="26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9" y="24"/>
                      <a:pt x="129" y="23"/>
                    </a:cubicBezTo>
                    <a:cubicBezTo>
                      <a:pt x="130" y="23"/>
                      <a:pt x="131" y="23"/>
                      <a:pt x="132" y="22"/>
                    </a:cubicBezTo>
                    <a:cubicBezTo>
                      <a:pt x="134" y="20"/>
                      <a:pt x="134" y="17"/>
                      <a:pt x="132" y="16"/>
                    </a:cubicBezTo>
                    <a:close/>
                    <a:moveTo>
                      <a:pt x="108" y="103"/>
                    </a:moveTo>
                    <a:cubicBezTo>
                      <a:pt x="110" y="103"/>
                      <a:pt x="112" y="105"/>
                      <a:pt x="112" y="108"/>
                    </a:cubicBezTo>
                    <a:cubicBezTo>
                      <a:pt x="112" y="110"/>
                      <a:pt x="110" y="112"/>
                      <a:pt x="108" y="112"/>
                    </a:cubicBezTo>
                    <a:cubicBezTo>
                      <a:pt x="105" y="112"/>
                      <a:pt x="103" y="110"/>
                      <a:pt x="103" y="108"/>
                    </a:cubicBezTo>
                    <a:cubicBezTo>
                      <a:pt x="103" y="105"/>
                      <a:pt x="105" y="103"/>
                      <a:pt x="108" y="103"/>
                    </a:cubicBezTo>
                    <a:close/>
                    <a:moveTo>
                      <a:pt x="90" y="4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3" y="18"/>
                      <a:pt x="113" y="18"/>
                      <a:pt x="113" y="18"/>
                    </a:cubicBezTo>
                    <a:lnTo>
                      <a:pt x="90" y="41"/>
                    </a:lnTo>
                    <a:close/>
                    <a:moveTo>
                      <a:pt x="98" y="48"/>
                    </a:moveTo>
                    <a:cubicBezTo>
                      <a:pt x="96" y="46"/>
                      <a:pt x="96" y="46"/>
                      <a:pt x="96" y="46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8" y="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102" name="Group 89">
                <a:extLst>
                  <a:ext uri="{FF2B5EF4-FFF2-40B4-BE49-F238E27FC236}">
                    <a16:creationId xmlns:a16="http://schemas.microsoft.com/office/drawing/2014/main" id="{0D98BD56-32E3-8447-AE37-29ED01C52D16}"/>
                  </a:ext>
                </a:extLst>
              </p:cNvPr>
              <p:cNvGrpSpPr/>
              <p:nvPr/>
            </p:nvGrpSpPr>
            <p:grpSpPr>
              <a:xfrm flipH="1">
                <a:off x="5864987" y="3924368"/>
                <a:ext cx="125925" cy="90008"/>
                <a:chOff x="1585913" y="1584325"/>
                <a:chExt cx="461963" cy="330201"/>
              </a:xfrm>
              <a:grpFill/>
            </p:grpSpPr>
            <p:sp>
              <p:nvSpPr>
                <p:cNvPr id="109" name="Freeform 13">
                  <a:extLst>
                    <a:ext uri="{FF2B5EF4-FFF2-40B4-BE49-F238E27FC236}">
                      <a16:creationId xmlns:a16="http://schemas.microsoft.com/office/drawing/2014/main" id="{D2BE51BA-055E-A7D8-F776-4EE51E7DAFE7}"/>
                    </a:ext>
                  </a:extLst>
                </p:cNvPr>
                <p:cNvSpPr/>
                <p:nvPr/>
              </p:nvSpPr>
              <p:spPr bwMode="auto">
                <a:xfrm>
                  <a:off x="1585913" y="1646238"/>
                  <a:ext cx="461963" cy="268288"/>
                </a:xfrm>
                <a:custGeom>
                  <a:avLst/>
                  <a:gdLst>
                    <a:gd name="T0" fmla="*/ 0 w 291"/>
                    <a:gd name="T1" fmla="*/ 0 h 169"/>
                    <a:gd name="T2" fmla="*/ 0 w 291"/>
                    <a:gd name="T3" fmla="*/ 169 h 169"/>
                    <a:gd name="T4" fmla="*/ 291 w 291"/>
                    <a:gd name="T5" fmla="*/ 169 h 169"/>
                    <a:gd name="T6" fmla="*/ 291 w 291"/>
                    <a:gd name="T7" fmla="*/ 0 h 169"/>
                    <a:gd name="T8" fmla="*/ 146 w 291"/>
                    <a:gd name="T9" fmla="*/ 105 h 169"/>
                    <a:gd name="T10" fmla="*/ 0 w 291"/>
                    <a:gd name="T11" fmla="*/ 0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1" h="169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291" y="169"/>
                      </a:lnTo>
                      <a:lnTo>
                        <a:pt x="291" y="0"/>
                      </a:lnTo>
                      <a:lnTo>
                        <a:pt x="146" y="10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0" name="Freeform 14">
                  <a:extLst>
                    <a:ext uri="{FF2B5EF4-FFF2-40B4-BE49-F238E27FC236}">
                      <a16:creationId xmlns:a16="http://schemas.microsoft.com/office/drawing/2014/main" id="{9D0E7199-CBDC-1D6F-E777-B3D7D9EB262A}"/>
                    </a:ext>
                  </a:extLst>
                </p:cNvPr>
                <p:cNvSpPr/>
                <p:nvPr/>
              </p:nvSpPr>
              <p:spPr bwMode="auto">
                <a:xfrm>
                  <a:off x="1585913" y="1584325"/>
                  <a:ext cx="461963" cy="192088"/>
                </a:xfrm>
                <a:custGeom>
                  <a:avLst/>
                  <a:gdLst>
                    <a:gd name="T0" fmla="*/ 291 w 291"/>
                    <a:gd name="T1" fmla="*/ 17 h 121"/>
                    <a:gd name="T2" fmla="*/ 291 w 291"/>
                    <a:gd name="T3" fmla="*/ 0 h 121"/>
                    <a:gd name="T4" fmla="*/ 0 w 291"/>
                    <a:gd name="T5" fmla="*/ 0 h 121"/>
                    <a:gd name="T6" fmla="*/ 0 w 291"/>
                    <a:gd name="T7" fmla="*/ 17 h 121"/>
                    <a:gd name="T8" fmla="*/ 146 w 291"/>
                    <a:gd name="T9" fmla="*/ 121 h 121"/>
                    <a:gd name="T10" fmla="*/ 291 w 291"/>
                    <a:gd name="T11" fmla="*/ 1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1" h="120">
                      <a:moveTo>
                        <a:pt x="291" y="17"/>
                      </a:moveTo>
                      <a:lnTo>
                        <a:pt x="291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146" y="121"/>
                      </a:lnTo>
                      <a:lnTo>
                        <a:pt x="291" y="1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103" name="Group 92">
                <a:extLst>
                  <a:ext uri="{FF2B5EF4-FFF2-40B4-BE49-F238E27FC236}">
                    <a16:creationId xmlns:a16="http://schemas.microsoft.com/office/drawing/2014/main" id="{EA1D4500-AA29-CD49-ACDB-E3B15C99BCDF}"/>
                  </a:ext>
                </a:extLst>
              </p:cNvPr>
              <p:cNvGrpSpPr/>
              <p:nvPr/>
            </p:nvGrpSpPr>
            <p:grpSpPr>
              <a:xfrm>
                <a:off x="7155332" y="2316256"/>
                <a:ext cx="172001" cy="107139"/>
                <a:chOff x="5172076" y="1938338"/>
                <a:chExt cx="471488" cy="293688"/>
              </a:xfrm>
              <a:grpFill/>
            </p:grpSpPr>
            <p:sp>
              <p:nvSpPr>
                <p:cNvPr id="106" name="Freeform 8">
                  <a:extLst>
                    <a:ext uri="{FF2B5EF4-FFF2-40B4-BE49-F238E27FC236}">
                      <a16:creationId xmlns:a16="http://schemas.microsoft.com/office/drawing/2014/main" id="{CE320581-B481-7721-8C5B-924DF3B45A5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172076" y="1938338"/>
                  <a:ext cx="471488" cy="293688"/>
                </a:xfrm>
                <a:custGeom>
                  <a:avLst/>
                  <a:gdLst>
                    <a:gd name="T0" fmla="*/ 113 w 125"/>
                    <a:gd name="T1" fmla="*/ 18 h 78"/>
                    <a:gd name="T2" fmla="*/ 113 w 125"/>
                    <a:gd name="T3" fmla="*/ 0 h 78"/>
                    <a:gd name="T4" fmla="*/ 0 w 125"/>
                    <a:gd name="T5" fmla="*/ 0 h 78"/>
                    <a:gd name="T6" fmla="*/ 0 w 125"/>
                    <a:gd name="T7" fmla="*/ 78 h 78"/>
                    <a:gd name="T8" fmla="*/ 113 w 125"/>
                    <a:gd name="T9" fmla="*/ 78 h 78"/>
                    <a:gd name="T10" fmla="*/ 113 w 125"/>
                    <a:gd name="T11" fmla="*/ 60 h 78"/>
                    <a:gd name="T12" fmla="*/ 125 w 125"/>
                    <a:gd name="T13" fmla="*/ 54 h 78"/>
                    <a:gd name="T14" fmla="*/ 125 w 125"/>
                    <a:gd name="T15" fmla="*/ 26 h 78"/>
                    <a:gd name="T16" fmla="*/ 113 w 125"/>
                    <a:gd name="T17" fmla="*/ 18 h 78"/>
                    <a:gd name="T18" fmla="*/ 104 w 125"/>
                    <a:gd name="T19" fmla="*/ 69 h 78"/>
                    <a:gd name="T20" fmla="*/ 10 w 125"/>
                    <a:gd name="T21" fmla="*/ 69 h 78"/>
                    <a:gd name="T22" fmla="*/ 10 w 125"/>
                    <a:gd name="T23" fmla="*/ 10 h 78"/>
                    <a:gd name="T24" fmla="*/ 104 w 125"/>
                    <a:gd name="T25" fmla="*/ 10 h 78"/>
                    <a:gd name="T26" fmla="*/ 104 w 125"/>
                    <a:gd name="T27" fmla="*/ 69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5" h="78">
                      <a:moveTo>
                        <a:pt x="113" y="18"/>
                      </a:moveTo>
                      <a:cubicBezTo>
                        <a:pt x="113" y="0"/>
                        <a:pt x="113" y="0"/>
                        <a:pt x="11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113" y="78"/>
                        <a:pt x="113" y="78"/>
                        <a:pt x="113" y="78"/>
                      </a:cubicBezTo>
                      <a:cubicBezTo>
                        <a:pt x="113" y="60"/>
                        <a:pt x="113" y="60"/>
                        <a:pt x="113" y="60"/>
                      </a:cubicBezTo>
                      <a:cubicBezTo>
                        <a:pt x="117" y="60"/>
                        <a:pt x="125" y="61"/>
                        <a:pt x="125" y="54"/>
                      </a:cubicBezTo>
                      <a:cubicBezTo>
                        <a:pt x="125" y="26"/>
                        <a:pt x="125" y="26"/>
                        <a:pt x="125" y="26"/>
                      </a:cubicBezTo>
                      <a:cubicBezTo>
                        <a:pt x="125" y="17"/>
                        <a:pt x="116" y="18"/>
                        <a:pt x="113" y="18"/>
                      </a:cubicBezTo>
                      <a:close/>
                      <a:moveTo>
                        <a:pt x="104" y="69"/>
                      </a:moveTo>
                      <a:cubicBezTo>
                        <a:pt x="10" y="69"/>
                        <a:pt x="10" y="69"/>
                        <a:pt x="10" y="69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4" y="10"/>
                        <a:pt x="104" y="10"/>
                        <a:pt x="104" y="10"/>
                      </a:cubicBezTo>
                      <a:lnTo>
                        <a:pt x="104" y="6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07" name="Rectangle 9">
                  <a:extLst>
                    <a:ext uri="{FF2B5EF4-FFF2-40B4-BE49-F238E27FC236}">
                      <a16:creationId xmlns:a16="http://schemas.microsoft.com/office/drawing/2014/main" id="{F4809470-511D-F28A-F362-7B47CEDB5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35576" y="2001838"/>
                  <a:ext cx="90488" cy="1666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08" name="Rectangle 10">
                  <a:extLst>
                    <a:ext uri="{FF2B5EF4-FFF2-40B4-BE49-F238E27FC236}">
                      <a16:creationId xmlns:a16="http://schemas.microsoft.com/office/drawing/2014/main" id="{75D1E351-C17C-8CCE-14FD-886777A121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41938" y="2001838"/>
                  <a:ext cx="85725" cy="1666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104" name="Freeform 10">
                <a:extLst>
                  <a:ext uri="{FF2B5EF4-FFF2-40B4-BE49-F238E27FC236}">
                    <a16:creationId xmlns:a16="http://schemas.microsoft.com/office/drawing/2014/main" id="{419D26F8-5DA9-24E4-E7B9-7C2160A24F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82065" y="1938703"/>
                <a:ext cx="162038" cy="142413"/>
              </a:xfrm>
              <a:custGeom>
                <a:avLst/>
                <a:gdLst>
                  <a:gd name="T0" fmla="*/ 121 w 122"/>
                  <a:gd name="T1" fmla="*/ 103 h 107"/>
                  <a:gd name="T2" fmla="*/ 63 w 122"/>
                  <a:gd name="T3" fmla="*/ 1 h 107"/>
                  <a:gd name="T4" fmla="*/ 61 w 122"/>
                  <a:gd name="T5" fmla="*/ 0 h 107"/>
                  <a:gd name="T6" fmla="*/ 59 w 122"/>
                  <a:gd name="T7" fmla="*/ 1 h 107"/>
                  <a:gd name="T8" fmla="*/ 1 w 122"/>
                  <a:gd name="T9" fmla="*/ 103 h 107"/>
                  <a:gd name="T10" fmla="*/ 0 w 122"/>
                  <a:gd name="T11" fmla="*/ 105 h 107"/>
                  <a:gd name="T12" fmla="*/ 0 w 122"/>
                  <a:gd name="T13" fmla="*/ 106 h 107"/>
                  <a:gd name="T14" fmla="*/ 3 w 122"/>
                  <a:gd name="T15" fmla="*/ 107 h 107"/>
                  <a:gd name="T16" fmla="*/ 119 w 122"/>
                  <a:gd name="T17" fmla="*/ 107 h 107"/>
                  <a:gd name="T18" fmla="*/ 121 w 122"/>
                  <a:gd name="T19" fmla="*/ 106 h 107"/>
                  <a:gd name="T20" fmla="*/ 121 w 122"/>
                  <a:gd name="T21" fmla="*/ 103 h 107"/>
                  <a:gd name="T22" fmla="*/ 55 w 122"/>
                  <a:gd name="T23" fmla="*/ 38 h 107"/>
                  <a:gd name="T24" fmla="*/ 67 w 122"/>
                  <a:gd name="T25" fmla="*/ 38 h 107"/>
                  <a:gd name="T26" fmla="*/ 67 w 122"/>
                  <a:gd name="T27" fmla="*/ 76 h 107"/>
                  <a:gd name="T28" fmla="*/ 55 w 122"/>
                  <a:gd name="T29" fmla="*/ 76 h 107"/>
                  <a:gd name="T30" fmla="*/ 55 w 122"/>
                  <a:gd name="T31" fmla="*/ 38 h 107"/>
                  <a:gd name="T32" fmla="*/ 61 w 122"/>
                  <a:gd name="T33" fmla="*/ 97 h 107"/>
                  <a:gd name="T34" fmla="*/ 55 w 122"/>
                  <a:gd name="T35" fmla="*/ 91 h 107"/>
                  <a:gd name="T36" fmla="*/ 61 w 122"/>
                  <a:gd name="T37" fmla="*/ 86 h 107"/>
                  <a:gd name="T38" fmla="*/ 67 w 122"/>
                  <a:gd name="T39" fmla="*/ 91 h 107"/>
                  <a:gd name="T40" fmla="*/ 61 w 122"/>
                  <a:gd name="T41" fmla="*/ 9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07">
                    <a:moveTo>
                      <a:pt x="121" y="103"/>
                    </a:move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2" y="0"/>
                      <a:pt x="61" y="0"/>
                    </a:cubicBezTo>
                    <a:cubicBezTo>
                      <a:pt x="60" y="0"/>
                      <a:pt x="59" y="1"/>
                      <a:pt x="59" y="1"/>
                    </a:cubicBez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4"/>
                      <a:pt x="0" y="104"/>
                      <a:pt x="0" y="10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" y="107"/>
                      <a:pt x="2" y="107"/>
                      <a:pt x="3" y="107"/>
                    </a:cubicBezTo>
                    <a:cubicBezTo>
                      <a:pt x="119" y="107"/>
                      <a:pt x="119" y="107"/>
                      <a:pt x="119" y="107"/>
                    </a:cubicBezTo>
                    <a:cubicBezTo>
                      <a:pt x="120" y="107"/>
                      <a:pt x="121" y="107"/>
                      <a:pt x="121" y="106"/>
                    </a:cubicBezTo>
                    <a:cubicBezTo>
                      <a:pt x="122" y="105"/>
                      <a:pt x="122" y="104"/>
                      <a:pt x="121" y="103"/>
                    </a:cubicBezTo>
                    <a:close/>
                    <a:moveTo>
                      <a:pt x="55" y="38"/>
                    </a:move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55" y="76"/>
                      <a:pt x="55" y="76"/>
                      <a:pt x="55" y="76"/>
                    </a:cubicBezTo>
                    <a:lnTo>
                      <a:pt x="55" y="38"/>
                    </a:lnTo>
                    <a:close/>
                    <a:moveTo>
                      <a:pt x="61" y="97"/>
                    </a:moveTo>
                    <a:cubicBezTo>
                      <a:pt x="57" y="97"/>
                      <a:pt x="55" y="95"/>
                      <a:pt x="55" y="91"/>
                    </a:cubicBezTo>
                    <a:cubicBezTo>
                      <a:pt x="55" y="88"/>
                      <a:pt x="57" y="86"/>
                      <a:pt x="61" y="86"/>
                    </a:cubicBezTo>
                    <a:cubicBezTo>
                      <a:pt x="65" y="86"/>
                      <a:pt x="67" y="88"/>
                      <a:pt x="67" y="91"/>
                    </a:cubicBezTo>
                    <a:cubicBezTo>
                      <a:pt x="67" y="95"/>
                      <a:pt x="65" y="97"/>
                      <a:pt x="61" y="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5" name="Freeform 13">
                <a:extLst>
                  <a:ext uri="{FF2B5EF4-FFF2-40B4-BE49-F238E27FC236}">
                    <a16:creationId xmlns:a16="http://schemas.microsoft.com/office/drawing/2014/main" id="{9534B634-8D90-3D06-63CF-7C48220796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50219" y="2552303"/>
                <a:ext cx="152839" cy="135000"/>
              </a:xfrm>
              <a:custGeom>
                <a:avLst/>
                <a:gdLst>
                  <a:gd name="T0" fmla="*/ 132 w 134"/>
                  <a:gd name="T1" fmla="*/ 16 h 118"/>
                  <a:gd name="T2" fmla="*/ 120 w 134"/>
                  <a:gd name="T3" fmla="*/ 4 h 118"/>
                  <a:gd name="T4" fmla="*/ 115 w 134"/>
                  <a:gd name="T5" fmla="*/ 4 h 118"/>
                  <a:gd name="T6" fmla="*/ 113 w 134"/>
                  <a:gd name="T7" fmla="*/ 8 h 118"/>
                  <a:gd name="T8" fmla="*/ 111 w 134"/>
                  <a:gd name="T9" fmla="*/ 8 h 118"/>
                  <a:gd name="T10" fmla="*/ 111 w 134"/>
                  <a:gd name="T11" fmla="*/ 8 h 118"/>
                  <a:gd name="T12" fmla="*/ 80 w 134"/>
                  <a:gd name="T13" fmla="*/ 39 h 118"/>
                  <a:gd name="T14" fmla="*/ 78 w 134"/>
                  <a:gd name="T15" fmla="*/ 47 h 118"/>
                  <a:gd name="T16" fmla="*/ 82 w 134"/>
                  <a:gd name="T17" fmla="*/ 50 h 118"/>
                  <a:gd name="T18" fmla="*/ 82 w 134"/>
                  <a:gd name="T19" fmla="*/ 50 h 118"/>
                  <a:gd name="T20" fmla="*/ 82 w 134"/>
                  <a:gd name="T21" fmla="*/ 50 h 118"/>
                  <a:gd name="T22" fmla="*/ 75 w 134"/>
                  <a:gd name="T23" fmla="*/ 57 h 118"/>
                  <a:gd name="T24" fmla="*/ 53 w 134"/>
                  <a:gd name="T25" fmla="*/ 35 h 118"/>
                  <a:gd name="T26" fmla="*/ 46 w 134"/>
                  <a:gd name="T27" fmla="*/ 9 h 118"/>
                  <a:gd name="T28" fmla="*/ 21 w 134"/>
                  <a:gd name="T29" fmla="*/ 2 h 118"/>
                  <a:gd name="T30" fmla="*/ 36 w 134"/>
                  <a:gd name="T31" fmla="*/ 17 h 118"/>
                  <a:gd name="T32" fmla="*/ 32 w 134"/>
                  <a:gd name="T33" fmla="*/ 32 h 118"/>
                  <a:gd name="T34" fmla="*/ 17 w 134"/>
                  <a:gd name="T35" fmla="*/ 36 h 118"/>
                  <a:gd name="T36" fmla="*/ 2 w 134"/>
                  <a:gd name="T37" fmla="*/ 21 h 118"/>
                  <a:gd name="T38" fmla="*/ 9 w 134"/>
                  <a:gd name="T39" fmla="*/ 46 h 118"/>
                  <a:gd name="T40" fmla="*/ 36 w 134"/>
                  <a:gd name="T41" fmla="*/ 53 h 118"/>
                  <a:gd name="T42" fmla="*/ 36 w 134"/>
                  <a:gd name="T43" fmla="*/ 53 h 118"/>
                  <a:gd name="T44" fmla="*/ 58 w 134"/>
                  <a:gd name="T45" fmla="*/ 74 h 118"/>
                  <a:gd name="T46" fmla="*/ 37 w 134"/>
                  <a:gd name="T47" fmla="*/ 95 h 118"/>
                  <a:gd name="T48" fmla="*/ 36 w 134"/>
                  <a:gd name="T49" fmla="*/ 94 h 118"/>
                  <a:gd name="T50" fmla="*/ 30 w 134"/>
                  <a:gd name="T51" fmla="*/ 99 h 118"/>
                  <a:gd name="T52" fmla="*/ 20 w 134"/>
                  <a:gd name="T53" fmla="*/ 114 h 118"/>
                  <a:gd name="T54" fmla="*/ 23 w 134"/>
                  <a:gd name="T55" fmla="*/ 116 h 118"/>
                  <a:gd name="T56" fmla="*/ 38 w 134"/>
                  <a:gd name="T57" fmla="*/ 107 h 118"/>
                  <a:gd name="T58" fmla="*/ 43 w 134"/>
                  <a:gd name="T59" fmla="*/ 101 h 118"/>
                  <a:gd name="T60" fmla="*/ 42 w 134"/>
                  <a:gd name="T61" fmla="*/ 100 h 118"/>
                  <a:gd name="T62" fmla="*/ 62 w 134"/>
                  <a:gd name="T63" fmla="*/ 79 h 118"/>
                  <a:gd name="T64" fmla="*/ 98 w 134"/>
                  <a:gd name="T65" fmla="*/ 114 h 118"/>
                  <a:gd name="T66" fmla="*/ 106 w 134"/>
                  <a:gd name="T67" fmla="*/ 118 h 118"/>
                  <a:gd name="T68" fmla="*/ 115 w 134"/>
                  <a:gd name="T69" fmla="*/ 114 h 118"/>
                  <a:gd name="T70" fmla="*/ 115 w 134"/>
                  <a:gd name="T71" fmla="*/ 97 h 118"/>
                  <a:gd name="T72" fmla="*/ 80 w 134"/>
                  <a:gd name="T73" fmla="*/ 62 h 118"/>
                  <a:gd name="T74" fmla="*/ 87 w 134"/>
                  <a:gd name="T75" fmla="*/ 55 h 118"/>
                  <a:gd name="T76" fmla="*/ 90 w 134"/>
                  <a:gd name="T77" fmla="*/ 58 h 118"/>
                  <a:gd name="T78" fmla="*/ 97 w 134"/>
                  <a:gd name="T79" fmla="*/ 56 h 118"/>
                  <a:gd name="T80" fmla="*/ 127 w 134"/>
                  <a:gd name="T81" fmla="*/ 26 h 118"/>
                  <a:gd name="T82" fmla="*/ 128 w 134"/>
                  <a:gd name="T83" fmla="*/ 25 h 118"/>
                  <a:gd name="T84" fmla="*/ 128 w 134"/>
                  <a:gd name="T85" fmla="*/ 25 h 118"/>
                  <a:gd name="T86" fmla="*/ 129 w 134"/>
                  <a:gd name="T87" fmla="*/ 23 h 118"/>
                  <a:gd name="T88" fmla="*/ 132 w 134"/>
                  <a:gd name="T89" fmla="*/ 22 h 118"/>
                  <a:gd name="T90" fmla="*/ 132 w 134"/>
                  <a:gd name="T91" fmla="*/ 16 h 118"/>
                  <a:gd name="T92" fmla="*/ 108 w 134"/>
                  <a:gd name="T93" fmla="*/ 103 h 118"/>
                  <a:gd name="T94" fmla="*/ 112 w 134"/>
                  <a:gd name="T95" fmla="*/ 108 h 118"/>
                  <a:gd name="T96" fmla="*/ 108 w 134"/>
                  <a:gd name="T97" fmla="*/ 112 h 118"/>
                  <a:gd name="T98" fmla="*/ 103 w 134"/>
                  <a:gd name="T99" fmla="*/ 108 h 118"/>
                  <a:gd name="T100" fmla="*/ 108 w 134"/>
                  <a:gd name="T101" fmla="*/ 103 h 118"/>
                  <a:gd name="T102" fmla="*/ 90 w 134"/>
                  <a:gd name="T103" fmla="*/ 41 h 118"/>
                  <a:gd name="T104" fmla="*/ 88 w 134"/>
                  <a:gd name="T105" fmla="*/ 39 h 118"/>
                  <a:gd name="T106" fmla="*/ 111 w 134"/>
                  <a:gd name="T107" fmla="*/ 16 h 118"/>
                  <a:gd name="T108" fmla="*/ 113 w 134"/>
                  <a:gd name="T109" fmla="*/ 18 h 118"/>
                  <a:gd name="T110" fmla="*/ 90 w 134"/>
                  <a:gd name="T111" fmla="*/ 41 h 118"/>
                  <a:gd name="T112" fmla="*/ 98 w 134"/>
                  <a:gd name="T113" fmla="*/ 48 h 118"/>
                  <a:gd name="T114" fmla="*/ 96 w 134"/>
                  <a:gd name="T115" fmla="*/ 46 h 118"/>
                  <a:gd name="T116" fmla="*/ 118 w 134"/>
                  <a:gd name="T117" fmla="*/ 23 h 118"/>
                  <a:gd name="T118" fmla="*/ 120 w 134"/>
                  <a:gd name="T119" fmla="*/ 25 h 118"/>
                  <a:gd name="T120" fmla="*/ 98 w 134"/>
                  <a:gd name="T121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4" h="118">
                    <a:moveTo>
                      <a:pt x="132" y="16"/>
                    </a:moveTo>
                    <a:cubicBezTo>
                      <a:pt x="120" y="4"/>
                      <a:pt x="120" y="4"/>
                      <a:pt x="120" y="4"/>
                    </a:cubicBezTo>
                    <a:cubicBezTo>
                      <a:pt x="119" y="2"/>
                      <a:pt x="116" y="2"/>
                      <a:pt x="115" y="4"/>
                    </a:cubicBezTo>
                    <a:cubicBezTo>
                      <a:pt x="114" y="5"/>
                      <a:pt x="113" y="6"/>
                      <a:pt x="113" y="8"/>
                    </a:cubicBezTo>
                    <a:cubicBezTo>
                      <a:pt x="113" y="8"/>
                      <a:pt x="112" y="8"/>
                      <a:pt x="111" y="8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81" y="42"/>
                      <a:pt x="80" y="44"/>
                      <a:pt x="78" y="47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6" y="26"/>
                      <a:pt x="53" y="16"/>
                      <a:pt x="46" y="9"/>
                    </a:cubicBezTo>
                    <a:cubicBezTo>
                      <a:pt x="39" y="2"/>
                      <a:pt x="30" y="0"/>
                      <a:pt x="21" y="2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2" y="39"/>
                      <a:pt x="9" y="46"/>
                    </a:cubicBezTo>
                    <a:cubicBezTo>
                      <a:pt x="16" y="54"/>
                      <a:pt x="27" y="56"/>
                      <a:pt x="36" y="53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37" y="95"/>
                      <a:pt x="37" y="95"/>
                      <a:pt x="37" y="95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0" y="99"/>
                      <a:pt x="30" y="99"/>
                      <a:pt x="30" y="99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3" y="116"/>
                      <a:pt x="23" y="116"/>
                      <a:pt x="23" y="11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00" y="117"/>
                      <a:pt x="103" y="118"/>
                      <a:pt x="106" y="118"/>
                    </a:cubicBezTo>
                    <a:cubicBezTo>
                      <a:pt x="110" y="118"/>
                      <a:pt x="113" y="117"/>
                      <a:pt x="115" y="114"/>
                    </a:cubicBezTo>
                    <a:cubicBezTo>
                      <a:pt x="120" y="110"/>
                      <a:pt x="120" y="102"/>
                      <a:pt x="115" y="97"/>
                    </a:cubicBezTo>
                    <a:cubicBezTo>
                      <a:pt x="80" y="62"/>
                      <a:pt x="80" y="62"/>
                      <a:pt x="80" y="62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2" y="56"/>
                      <a:pt x="95" y="56"/>
                      <a:pt x="97" y="56"/>
                    </a:cubicBezTo>
                    <a:cubicBezTo>
                      <a:pt x="127" y="26"/>
                      <a:pt x="127" y="26"/>
                      <a:pt x="127" y="26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9" y="24"/>
                      <a:pt x="129" y="23"/>
                    </a:cubicBezTo>
                    <a:cubicBezTo>
                      <a:pt x="130" y="23"/>
                      <a:pt x="131" y="23"/>
                      <a:pt x="132" y="22"/>
                    </a:cubicBezTo>
                    <a:cubicBezTo>
                      <a:pt x="134" y="20"/>
                      <a:pt x="134" y="17"/>
                      <a:pt x="132" y="16"/>
                    </a:cubicBezTo>
                    <a:close/>
                    <a:moveTo>
                      <a:pt x="108" y="103"/>
                    </a:moveTo>
                    <a:cubicBezTo>
                      <a:pt x="110" y="103"/>
                      <a:pt x="112" y="105"/>
                      <a:pt x="112" y="108"/>
                    </a:cubicBezTo>
                    <a:cubicBezTo>
                      <a:pt x="112" y="110"/>
                      <a:pt x="110" y="112"/>
                      <a:pt x="108" y="112"/>
                    </a:cubicBezTo>
                    <a:cubicBezTo>
                      <a:pt x="105" y="112"/>
                      <a:pt x="103" y="110"/>
                      <a:pt x="103" y="108"/>
                    </a:cubicBezTo>
                    <a:cubicBezTo>
                      <a:pt x="103" y="105"/>
                      <a:pt x="105" y="103"/>
                      <a:pt x="108" y="103"/>
                    </a:cubicBezTo>
                    <a:close/>
                    <a:moveTo>
                      <a:pt x="90" y="4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3" y="18"/>
                      <a:pt x="113" y="18"/>
                      <a:pt x="113" y="18"/>
                    </a:cubicBezTo>
                    <a:lnTo>
                      <a:pt x="90" y="41"/>
                    </a:lnTo>
                    <a:close/>
                    <a:moveTo>
                      <a:pt x="98" y="48"/>
                    </a:moveTo>
                    <a:cubicBezTo>
                      <a:pt x="96" y="46"/>
                      <a:pt x="96" y="46"/>
                      <a:pt x="96" y="46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8" y="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EDF9974D-AE91-E323-F796-32EE4FEFD773}"/>
                </a:ext>
              </a:extLst>
            </p:cNvPr>
            <p:cNvSpPr/>
            <p:nvPr/>
          </p:nvSpPr>
          <p:spPr bwMode="auto">
            <a:xfrm>
              <a:off x="1668371" y="1575568"/>
              <a:ext cx="2640436" cy="598133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sản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phẩm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21E1E30F-8DE4-9DE6-81EB-80998B7B0FF1}"/>
                </a:ext>
              </a:extLst>
            </p:cNvPr>
            <p:cNvSpPr/>
            <p:nvPr/>
          </p:nvSpPr>
          <p:spPr bwMode="auto">
            <a:xfrm>
              <a:off x="1006411" y="2722472"/>
              <a:ext cx="2774059" cy="609999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thương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hiệu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877442CB-3C5A-EBB3-A9C0-D2DDC63B3263}"/>
                </a:ext>
              </a:extLst>
            </p:cNvPr>
            <p:cNvSpPr/>
            <p:nvPr/>
          </p:nvSpPr>
          <p:spPr bwMode="auto">
            <a:xfrm>
              <a:off x="1624481" y="4161581"/>
              <a:ext cx="2640436" cy="609999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xuất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xứ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912DBF56-E2D8-B5E3-6B34-7B00926BF22A}"/>
                </a:ext>
              </a:extLst>
            </p:cNvPr>
            <p:cNvSpPr/>
            <p:nvPr/>
          </p:nvSpPr>
          <p:spPr bwMode="auto">
            <a:xfrm flipH="1">
              <a:off x="8314043" y="1606467"/>
              <a:ext cx="2315206" cy="560707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kho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E1BC762B-5DDB-68EF-8837-AA4577F7D163}"/>
                </a:ext>
              </a:extLst>
            </p:cNvPr>
            <p:cNvSpPr/>
            <p:nvPr/>
          </p:nvSpPr>
          <p:spPr bwMode="auto">
            <a:xfrm flipH="1">
              <a:off x="8820356" y="2686925"/>
              <a:ext cx="2315206" cy="568550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Nhập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kho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5FB01D18-F741-FCFD-0595-334F05AC8DD9}"/>
                </a:ext>
              </a:extLst>
            </p:cNvPr>
            <p:cNvSpPr/>
            <p:nvPr/>
          </p:nvSpPr>
          <p:spPr bwMode="auto">
            <a:xfrm flipH="1">
              <a:off x="8329509" y="4191278"/>
              <a:ext cx="2315206" cy="568550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Quản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lý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đơn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hàng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601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3D30E-5C45-100F-FE1A-3FDB171C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2866ADF-2421-6EF1-CB8D-78EFA7F002DA}"/>
              </a:ext>
            </a:extLst>
          </p:cNvPr>
          <p:cNvSpPr txBox="1"/>
          <p:nvPr/>
        </p:nvSpPr>
        <p:spPr>
          <a:xfrm>
            <a:off x="4274097" y="912324"/>
            <a:ext cx="9739805" cy="120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Phân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tích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,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mô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tả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chức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năng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</a:t>
            </a:r>
            <a:r>
              <a:rPr lang="en-US" sz="3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của</a:t>
            </a:r>
            <a:r>
              <a:rPr lang="en-US" sz="3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Semi-Bold"/>
              </a:rPr>
              <a:t> website</a:t>
            </a:r>
          </a:p>
        </p:txBody>
      </p:sp>
      <p:grpSp>
        <p:nvGrpSpPr>
          <p:cNvPr id="42" name="组合 5">
            <a:extLst>
              <a:ext uri="{FF2B5EF4-FFF2-40B4-BE49-F238E27FC236}">
                <a16:creationId xmlns:a16="http://schemas.microsoft.com/office/drawing/2014/main" id="{4C5B5189-C57A-ABE2-F119-4E1A8E790C4B}"/>
              </a:ext>
            </a:extLst>
          </p:cNvPr>
          <p:cNvGrpSpPr/>
          <p:nvPr/>
        </p:nvGrpSpPr>
        <p:grpSpPr>
          <a:xfrm>
            <a:off x="1774404" y="2572372"/>
            <a:ext cx="14406059" cy="6685928"/>
            <a:chOff x="1065907" y="1575568"/>
            <a:chExt cx="10076739" cy="4676669"/>
          </a:xfrm>
          <a:solidFill>
            <a:schemeClr val="bg1"/>
          </a:solidFill>
        </p:grpSpPr>
        <p:grpSp>
          <p:nvGrpSpPr>
            <p:cNvPr id="43" name="组合 6">
              <a:extLst>
                <a:ext uri="{FF2B5EF4-FFF2-40B4-BE49-F238E27FC236}">
                  <a16:creationId xmlns:a16="http://schemas.microsoft.com/office/drawing/2014/main" id="{04EDBFF2-C219-42F3-DDB5-AFC41D2D9814}"/>
                </a:ext>
              </a:extLst>
            </p:cNvPr>
            <p:cNvGrpSpPr/>
            <p:nvPr/>
          </p:nvGrpSpPr>
          <p:grpSpPr>
            <a:xfrm>
              <a:off x="4922697" y="1684102"/>
              <a:ext cx="2657043" cy="4568135"/>
              <a:chOff x="4922697" y="1684102"/>
              <a:chExt cx="2657043" cy="4568135"/>
            </a:xfrm>
            <a:grpFill/>
          </p:grpSpPr>
          <p:sp>
            <p:nvSpPr>
              <p:cNvPr id="56" name="Freeform 10">
                <a:extLst>
                  <a:ext uri="{FF2B5EF4-FFF2-40B4-BE49-F238E27FC236}">
                    <a16:creationId xmlns:a16="http://schemas.microsoft.com/office/drawing/2014/main" id="{42EB0991-B09B-9620-30A1-458D7BD9BA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44390" y="1684102"/>
                <a:ext cx="1311548" cy="1314332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7" name="Freeform 10">
                <a:extLst>
                  <a:ext uri="{FF2B5EF4-FFF2-40B4-BE49-F238E27FC236}">
                    <a16:creationId xmlns:a16="http://schemas.microsoft.com/office/drawing/2014/main" id="{D9AC740B-6ACC-0496-4FA9-2259856D27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37483" y="2941341"/>
                <a:ext cx="1311548" cy="1314332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8" name="Freeform 10">
                <a:extLst>
                  <a:ext uri="{FF2B5EF4-FFF2-40B4-BE49-F238E27FC236}">
                    <a16:creationId xmlns:a16="http://schemas.microsoft.com/office/drawing/2014/main" id="{1ABAF326-F112-4BEE-8687-762AE8DA08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2697" y="2680198"/>
                <a:ext cx="1200358" cy="1202908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9" name="Freeform 10">
                <a:extLst>
                  <a:ext uri="{FF2B5EF4-FFF2-40B4-BE49-F238E27FC236}">
                    <a16:creationId xmlns:a16="http://schemas.microsoft.com/office/drawing/2014/main" id="{5F135495-0885-910A-B786-B5CD70367E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7598" y="4091433"/>
                <a:ext cx="951503" cy="95352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0" name="Freeform 10">
                <a:extLst>
                  <a:ext uri="{FF2B5EF4-FFF2-40B4-BE49-F238E27FC236}">
                    <a16:creationId xmlns:a16="http://schemas.microsoft.com/office/drawing/2014/main" id="{82E27FA6-C650-19FE-7A81-CEB24A568E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68637" y="2160861"/>
                <a:ext cx="475752" cy="476763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9C2119D6-2D75-F61E-8D9C-6AB6094039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67472" y="2558206"/>
                <a:ext cx="547726" cy="548889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2" name="Freeform 12">
                <a:extLst>
                  <a:ext uri="{FF2B5EF4-FFF2-40B4-BE49-F238E27FC236}">
                    <a16:creationId xmlns:a16="http://schemas.microsoft.com/office/drawing/2014/main" id="{4A65D939-B0A2-21BE-94E8-C5F8E5871B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93137" y="3107096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3" name="Freeform 14">
                <a:extLst>
                  <a:ext uri="{FF2B5EF4-FFF2-40B4-BE49-F238E27FC236}">
                    <a16:creationId xmlns:a16="http://schemas.microsoft.com/office/drawing/2014/main" id="{3C879528-6732-9705-2276-C37468A0C3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92891" y="2227527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4" name="Freeform 15">
                <a:extLst>
                  <a:ext uri="{FF2B5EF4-FFF2-40B4-BE49-F238E27FC236}">
                    <a16:creationId xmlns:a16="http://schemas.microsoft.com/office/drawing/2014/main" id="{5291EA84-4A69-A158-12E4-B1EE6BA059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4642" y="2477505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5" name="Freeform 16">
                <a:extLst>
                  <a:ext uri="{FF2B5EF4-FFF2-40B4-BE49-F238E27FC236}">
                    <a16:creationId xmlns:a16="http://schemas.microsoft.com/office/drawing/2014/main" id="{E2DDA1F6-6719-8C2D-9754-023A5392FB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2875" y="1885388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6" name="Freeform 17">
                <a:extLst>
                  <a:ext uri="{FF2B5EF4-FFF2-40B4-BE49-F238E27FC236}">
                    <a16:creationId xmlns:a16="http://schemas.microsoft.com/office/drawing/2014/main" id="{5C7AD321-BD17-A8D9-3194-9B993A2903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5952" y="3806835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7" name="Freeform 18">
                <a:extLst>
                  <a:ext uri="{FF2B5EF4-FFF2-40B4-BE49-F238E27FC236}">
                    <a16:creationId xmlns:a16="http://schemas.microsoft.com/office/drawing/2014/main" id="{B63E46C5-DB9F-B5A2-ACAA-6FC681E4D4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76629" y="3949134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8" name="Freeform 19">
                <a:extLst>
                  <a:ext uri="{FF2B5EF4-FFF2-40B4-BE49-F238E27FC236}">
                    <a16:creationId xmlns:a16="http://schemas.microsoft.com/office/drawing/2014/main" id="{CF7E868D-C169-BB31-9BED-12076A3203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19100" y="4298636"/>
                <a:ext cx="448373" cy="449324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69" name="Freeform 20">
                <a:extLst>
                  <a:ext uri="{FF2B5EF4-FFF2-40B4-BE49-F238E27FC236}">
                    <a16:creationId xmlns:a16="http://schemas.microsoft.com/office/drawing/2014/main" id="{DBB37A0F-B38E-AA8B-E449-400067329F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59289" y="4747960"/>
                <a:ext cx="283995" cy="284600"/>
              </a:xfrm>
              <a:custGeom>
                <a:avLst/>
                <a:gdLst>
                  <a:gd name="T0" fmla="*/ 1043 w 1088"/>
                  <a:gd name="T1" fmla="*/ 507 h 1090"/>
                  <a:gd name="T2" fmla="*/ 1036 w 1088"/>
                  <a:gd name="T3" fmla="*/ 455 h 1090"/>
                  <a:gd name="T4" fmla="*/ 1024 w 1088"/>
                  <a:gd name="T5" fmla="*/ 404 h 1090"/>
                  <a:gd name="T6" fmla="*/ 1007 w 1088"/>
                  <a:gd name="T7" fmla="*/ 355 h 1090"/>
                  <a:gd name="T8" fmla="*/ 984 w 1088"/>
                  <a:gd name="T9" fmla="*/ 307 h 1090"/>
                  <a:gd name="T10" fmla="*/ 957 w 1088"/>
                  <a:gd name="T11" fmla="*/ 263 h 1090"/>
                  <a:gd name="T12" fmla="*/ 925 w 1088"/>
                  <a:gd name="T13" fmla="*/ 221 h 1090"/>
                  <a:gd name="T14" fmla="*/ 890 w 1088"/>
                  <a:gd name="T15" fmla="*/ 183 h 1090"/>
                  <a:gd name="T16" fmla="*/ 850 w 1088"/>
                  <a:gd name="T17" fmla="*/ 149 h 1090"/>
                  <a:gd name="T18" fmla="*/ 807 w 1088"/>
                  <a:gd name="T19" fmla="*/ 119 h 1090"/>
                  <a:gd name="T20" fmla="*/ 761 w 1088"/>
                  <a:gd name="T21" fmla="*/ 93 h 1090"/>
                  <a:gd name="T22" fmla="*/ 713 w 1088"/>
                  <a:gd name="T23" fmla="*/ 73 h 1090"/>
                  <a:gd name="T24" fmla="*/ 663 w 1088"/>
                  <a:gd name="T25" fmla="*/ 58 h 1090"/>
                  <a:gd name="T26" fmla="*/ 611 w 1088"/>
                  <a:gd name="T27" fmla="*/ 48 h 1090"/>
                  <a:gd name="T28" fmla="*/ 559 w 1088"/>
                  <a:gd name="T29" fmla="*/ 44 h 1090"/>
                  <a:gd name="T30" fmla="*/ 507 w 1088"/>
                  <a:gd name="T31" fmla="*/ 45 h 1090"/>
                  <a:gd name="T32" fmla="*/ 455 w 1088"/>
                  <a:gd name="T33" fmla="*/ 52 h 1090"/>
                  <a:gd name="T34" fmla="*/ 404 w 1088"/>
                  <a:gd name="T35" fmla="*/ 64 h 1090"/>
                  <a:gd name="T36" fmla="*/ 354 w 1088"/>
                  <a:gd name="T37" fmla="*/ 81 h 1090"/>
                  <a:gd name="T38" fmla="*/ 307 w 1088"/>
                  <a:gd name="T39" fmla="*/ 104 h 1090"/>
                  <a:gd name="T40" fmla="*/ 262 w 1088"/>
                  <a:gd name="T41" fmla="*/ 131 h 1090"/>
                  <a:gd name="T42" fmla="*/ 221 w 1088"/>
                  <a:gd name="T43" fmla="*/ 163 h 1090"/>
                  <a:gd name="T44" fmla="*/ 182 w 1088"/>
                  <a:gd name="T45" fmla="*/ 199 h 1090"/>
                  <a:gd name="T46" fmla="*/ 148 w 1088"/>
                  <a:gd name="T47" fmla="*/ 238 h 1090"/>
                  <a:gd name="T48" fmla="*/ 118 w 1088"/>
                  <a:gd name="T49" fmla="*/ 282 h 1090"/>
                  <a:gd name="T50" fmla="*/ 93 w 1088"/>
                  <a:gd name="T51" fmla="*/ 328 h 1090"/>
                  <a:gd name="T52" fmla="*/ 73 w 1088"/>
                  <a:gd name="T53" fmla="*/ 376 h 1090"/>
                  <a:gd name="T54" fmla="*/ 58 w 1088"/>
                  <a:gd name="T55" fmla="*/ 426 h 1090"/>
                  <a:gd name="T56" fmla="*/ 48 w 1088"/>
                  <a:gd name="T57" fmla="*/ 478 h 1090"/>
                  <a:gd name="T58" fmla="*/ 44 w 1088"/>
                  <a:gd name="T59" fmla="*/ 530 h 1090"/>
                  <a:gd name="T60" fmla="*/ 45 w 1088"/>
                  <a:gd name="T61" fmla="*/ 582 h 1090"/>
                  <a:gd name="T62" fmla="*/ 52 w 1088"/>
                  <a:gd name="T63" fmla="*/ 634 h 1090"/>
                  <a:gd name="T64" fmla="*/ 64 w 1088"/>
                  <a:gd name="T65" fmla="*/ 686 h 1090"/>
                  <a:gd name="T66" fmla="*/ 81 w 1088"/>
                  <a:gd name="T67" fmla="*/ 735 h 1090"/>
                  <a:gd name="T68" fmla="*/ 104 w 1088"/>
                  <a:gd name="T69" fmla="*/ 782 h 1090"/>
                  <a:gd name="T70" fmla="*/ 131 w 1088"/>
                  <a:gd name="T71" fmla="*/ 827 h 1090"/>
                  <a:gd name="T72" fmla="*/ 163 w 1088"/>
                  <a:gd name="T73" fmla="*/ 869 h 1090"/>
                  <a:gd name="T74" fmla="*/ 198 w 1088"/>
                  <a:gd name="T75" fmla="*/ 907 h 1090"/>
                  <a:gd name="T76" fmla="*/ 238 w 1088"/>
                  <a:gd name="T77" fmla="*/ 941 h 1090"/>
                  <a:gd name="T78" fmla="*/ 281 w 1088"/>
                  <a:gd name="T79" fmla="*/ 971 h 1090"/>
                  <a:gd name="T80" fmla="*/ 327 w 1088"/>
                  <a:gd name="T81" fmla="*/ 996 h 1090"/>
                  <a:gd name="T82" fmla="*/ 375 w 1088"/>
                  <a:gd name="T83" fmla="*/ 1017 h 1090"/>
                  <a:gd name="T84" fmla="*/ 425 w 1088"/>
                  <a:gd name="T85" fmla="*/ 1032 h 1090"/>
                  <a:gd name="T86" fmla="*/ 477 w 1088"/>
                  <a:gd name="T87" fmla="*/ 1041 h 1090"/>
                  <a:gd name="T88" fmla="*/ 529 w 1088"/>
                  <a:gd name="T89" fmla="*/ 1046 h 1090"/>
                  <a:gd name="T90" fmla="*/ 581 w 1088"/>
                  <a:gd name="T91" fmla="*/ 1045 h 1090"/>
                  <a:gd name="T92" fmla="*/ 633 w 1088"/>
                  <a:gd name="T93" fmla="*/ 1038 h 1090"/>
                  <a:gd name="T94" fmla="*/ 684 w 1088"/>
                  <a:gd name="T95" fmla="*/ 1026 h 1090"/>
                  <a:gd name="T96" fmla="*/ 734 w 1088"/>
                  <a:gd name="T97" fmla="*/ 1009 h 1090"/>
                  <a:gd name="T98" fmla="*/ 781 w 1088"/>
                  <a:gd name="T99" fmla="*/ 986 h 1090"/>
                  <a:gd name="T100" fmla="*/ 826 w 1088"/>
                  <a:gd name="T101" fmla="*/ 959 h 1090"/>
                  <a:gd name="T102" fmla="*/ 867 w 1088"/>
                  <a:gd name="T103" fmla="*/ 927 h 1090"/>
                  <a:gd name="T104" fmla="*/ 905 w 1088"/>
                  <a:gd name="T105" fmla="*/ 891 h 1090"/>
                  <a:gd name="T106" fmla="*/ 940 w 1088"/>
                  <a:gd name="T107" fmla="*/ 851 h 1090"/>
                  <a:gd name="T108" fmla="*/ 969 w 1088"/>
                  <a:gd name="T109" fmla="*/ 808 h 1090"/>
                  <a:gd name="T110" fmla="*/ 995 w 1088"/>
                  <a:gd name="T111" fmla="*/ 762 h 1090"/>
                  <a:gd name="T112" fmla="*/ 1015 w 1088"/>
                  <a:gd name="T113" fmla="*/ 714 h 1090"/>
                  <a:gd name="T114" fmla="*/ 1030 w 1088"/>
                  <a:gd name="T115" fmla="*/ 664 h 1090"/>
                  <a:gd name="T116" fmla="*/ 1040 w 1088"/>
                  <a:gd name="T117" fmla="*/ 612 h 1090"/>
                  <a:gd name="T118" fmla="*/ 1044 w 1088"/>
                  <a:gd name="T119" fmla="*/ 56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8" h="1090">
                    <a:moveTo>
                      <a:pt x="1078" y="557"/>
                    </a:moveTo>
                    <a:cubicBezTo>
                      <a:pt x="1080" y="556"/>
                      <a:pt x="1083" y="555"/>
                      <a:pt x="1085" y="553"/>
                    </a:cubicBezTo>
                    <a:cubicBezTo>
                      <a:pt x="1087" y="551"/>
                      <a:pt x="1088" y="548"/>
                      <a:pt x="1088" y="545"/>
                    </a:cubicBezTo>
                    <a:cubicBezTo>
                      <a:pt x="1088" y="542"/>
                      <a:pt x="1087" y="539"/>
                      <a:pt x="1085" y="537"/>
                    </a:cubicBezTo>
                    <a:cubicBezTo>
                      <a:pt x="1083" y="535"/>
                      <a:pt x="1080" y="533"/>
                      <a:pt x="1078" y="533"/>
                    </a:cubicBezTo>
                    <a:cubicBezTo>
                      <a:pt x="1074" y="533"/>
                      <a:pt x="1058" y="531"/>
                      <a:pt x="1044" y="530"/>
                    </a:cubicBezTo>
                    <a:cubicBezTo>
                      <a:pt x="1044" y="522"/>
                      <a:pt x="1043" y="515"/>
                      <a:pt x="1043" y="507"/>
                    </a:cubicBezTo>
                    <a:cubicBezTo>
                      <a:pt x="1057" y="505"/>
                      <a:pt x="1073" y="501"/>
                      <a:pt x="1076" y="501"/>
                    </a:cubicBezTo>
                    <a:cubicBezTo>
                      <a:pt x="1079" y="500"/>
                      <a:pt x="1081" y="498"/>
                      <a:pt x="1083" y="496"/>
                    </a:cubicBezTo>
                    <a:cubicBezTo>
                      <a:pt x="1084" y="494"/>
                      <a:pt x="1085" y="491"/>
                      <a:pt x="1085" y="488"/>
                    </a:cubicBezTo>
                    <a:cubicBezTo>
                      <a:pt x="1084" y="485"/>
                      <a:pt x="1083" y="482"/>
                      <a:pt x="1081" y="481"/>
                    </a:cubicBezTo>
                    <a:cubicBezTo>
                      <a:pt x="1079" y="479"/>
                      <a:pt x="1076" y="477"/>
                      <a:pt x="1073" y="477"/>
                    </a:cubicBezTo>
                    <a:cubicBezTo>
                      <a:pt x="1070" y="477"/>
                      <a:pt x="1054" y="478"/>
                      <a:pt x="1040" y="478"/>
                    </a:cubicBezTo>
                    <a:cubicBezTo>
                      <a:pt x="1039" y="470"/>
                      <a:pt x="1037" y="463"/>
                      <a:pt x="1036" y="455"/>
                    </a:cubicBezTo>
                    <a:cubicBezTo>
                      <a:pt x="1050" y="451"/>
                      <a:pt x="1065" y="446"/>
                      <a:pt x="1068" y="445"/>
                    </a:cubicBezTo>
                    <a:cubicBezTo>
                      <a:pt x="1071" y="444"/>
                      <a:pt x="1073" y="442"/>
                      <a:pt x="1075" y="440"/>
                    </a:cubicBezTo>
                    <a:cubicBezTo>
                      <a:pt x="1076" y="437"/>
                      <a:pt x="1076" y="435"/>
                      <a:pt x="1076" y="432"/>
                    </a:cubicBezTo>
                    <a:cubicBezTo>
                      <a:pt x="1075" y="429"/>
                      <a:pt x="1074" y="426"/>
                      <a:pt x="1071" y="425"/>
                    </a:cubicBezTo>
                    <a:cubicBezTo>
                      <a:pt x="1069" y="423"/>
                      <a:pt x="1066" y="422"/>
                      <a:pt x="1063" y="422"/>
                    </a:cubicBezTo>
                    <a:cubicBezTo>
                      <a:pt x="1060" y="423"/>
                      <a:pt x="1044" y="425"/>
                      <a:pt x="1030" y="426"/>
                    </a:cubicBezTo>
                    <a:cubicBezTo>
                      <a:pt x="1028" y="419"/>
                      <a:pt x="1026" y="412"/>
                      <a:pt x="1024" y="404"/>
                    </a:cubicBezTo>
                    <a:cubicBezTo>
                      <a:pt x="1037" y="399"/>
                      <a:pt x="1052" y="392"/>
                      <a:pt x="1055" y="391"/>
                    </a:cubicBezTo>
                    <a:cubicBezTo>
                      <a:pt x="1058" y="390"/>
                      <a:pt x="1060" y="388"/>
                      <a:pt x="1061" y="385"/>
                    </a:cubicBezTo>
                    <a:cubicBezTo>
                      <a:pt x="1062" y="382"/>
                      <a:pt x="1062" y="379"/>
                      <a:pt x="1061" y="377"/>
                    </a:cubicBezTo>
                    <a:cubicBezTo>
                      <a:pt x="1060" y="374"/>
                      <a:pt x="1058" y="372"/>
                      <a:pt x="1056" y="370"/>
                    </a:cubicBezTo>
                    <a:cubicBezTo>
                      <a:pt x="1054" y="369"/>
                      <a:pt x="1051" y="368"/>
                      <a:pt x="1048" y="369"/>
                    </a:cubicBezTo>
                    <a:cubicBezTo>
                      <a:pt x="1045" y="369"/>
                      <a:pt x="1029" y="373"/>
                      <a:pt x="1015" y="376"/>
                    </a:cubicBezTo>
                    <a:cubicBezTo>
                      <a:pt x="1012" y="369"/>
                      <a:pt x="1010" y="362"/>
                      <a:pt x="1007" y="355"/>
                    </a:cubicBezTo>
                    <a:cubicBezTo>
                      <a:pt x="1020" y="348"/>
                      <a:pt x="1033" y="340"/>
                      <a:pt x="1036" y="338"/>
                    </a:cubicBezTo>
                    <a:cubicBezTo>
                      <a:pt x="1039" y="337"/>
                      <a:pt x="1040" y="334"/>
                      <a:pt x="1041" y="332"/>
                    </a:cubicBezTo>
                    <a:cubicBezTo>
                      <a:pt x="1042" y="329"/>
                      <a:pt x="1042" y="326"/>
                      <a:pt x="1041" y="323"/>
                    </a:cubicBezTo>
                    <a:cubicBezTo>
                      <a:pt x="1039" y="321"/>
                      <a:pt x="1037" y="319"/>
                      <a:pt x="1035" y="317"/>
                    </a:cubicBezTo>
                    <a:cubicBezTo>
                      <a:pt x="1032" y="316"/>
                      <a:pt x="1029" y="316"/>
                      <a:pt x="1027" y="317"/>
                    </a:cubicBezTo>
                    <a:cubicBezTo>
                      <a:pt x="1024" y="318"/>
                      <a:pt x="1009" y="323"/>
                      <a:pt x="995" y="328"/>
                    </a:cubicBezTo>
                    <a:cubicBezTo>
                      <a:pt x="991" y="321"/>
                      <a:pt x="988" y="314"/>
                      <a:pt x="984" y="307"/>
                    </a:cubicBezTo>
                    <a:cubicBezTo>
                      <a:pt x="996" y="299"/>
                      <a:pt x="1009" y="290"/>
                      <a:pt x="1012" y="288"/>
                    </a:cubicBezTo>
                    <a:cubicBezTo>
                      <a:pt x="1014" y="286"/>
                      <a:pt x="1016" y="284"/>
                      <a:pt x="1016" y="281"/>
                    </a:cubicBezTo>
                    <a:cubicBezTo>
                      <a:pt x="1017" y="278"/>
                      <a:pt x="1016" y="275"/>
                      <a:pt x="1015" y="273"/>
                    </a:cubicBezTo>
                    <a:cubicBezTo>
                      <a:pt x="1013" y="270"/>
                      <a:pt x="1011" y="268"/>
                      <a:pt x="1008" y="267"/>
                    </a:cubicBezTo>
                    <a:cubicBezTo>
                      <a:pt x="1006" y="266"/>
                      <a:pt x="1003" y="266"/>
                      <a:pt x="1000" y="268"/>
                    </a:cubicBezTo>
                    <a:cubicBezTo>
                      <a:pt x="997" y="269"/>
                      <a:pt x="983" y="276"/>
                      <a:pt x="969" y="282"/>
                    </a:cubicBezTo>
                    <a:cubicBezTo>
                      <a:pt x="966" y="275"/>
                      <a:pt x="961" y="269"/>
                      <a:pt x="957" y="263"/>
                    </a:cubicBezTo>
                    <a:cubicBezTo>
                      <a:pt x="968" y="253"/>
                      <a:pt x="980" y="242"/>
                      <a:pt x="983" y="240"/>
                    </a:cubicBezTo>
                    <a:cubicBezTo>
                      <a:pt x="985" y="238"/>
                      <a:pt x="986" y="236"/>
                      <a:pt x="986" y="233"/>
                    </a:cubicBezTo>
                    <a:cubicBezTo>
                      <a:pt x="986" y="230"/>
                      <a:pt x="986" y="227"/>
                      <a:pt x="984" y="225"/>
                    </a:cubicBezTo>
                    <a:cubicBezTo>
                      <a:pt x="982" y="222"/>
                      <a:pt x="980" y="221"/>
                      <a:pt x="977" y="220"/>
                    </a:cubicBezTo>
                    <a:cubicBezTo>
                      <a:pt x="974" y="220"/>
                      <a:pt x="971" y="220"/>
                      <a:pt x="969" y="221"/>
                    </a:cubicBezTo>
                    <a:cubicBezTo>
                      <a:pt x="966" y="223"/>
                      <a:pt x="952" y="231"/>
                      <a:pt x="940" y="238"/>
                    </a:cubicBezTo>
                    <a:cubicBezTo>
                      <a:pt x="935" y="233"/>
                      <a:pt x="930" y="227"/>
                      <a:pt x="925" y="221"/>
                    </a:cubicBezTo>
                    <a:cubicBezTo>
                      <a:pt x="935" y="210"/>
                      <a:pt x="946" y="198"/>
                      <a:pt x="948" y="196"/>
                    </a:cubicBezTo>
                    <a:cubicBezTo>
                      <a:pt x="950" y="194"/>
                      <a:pt x="951" y="191"/>
                      <a:pt x="951" y="188"/>
                    </a:cubicBezTo>
                    <a:cubicBezTo>
                      <a:pt x="951" y="185"/>
                      <a:pt x="950" y="183"/>
                      <a:pt x="948" y="180"/>
                    </a:cubicBezTo>
                    <a:cubicBezTo>
                      <a:pt x="946" y="178"/>
                      <a:pt x="943" y="177"/>
                      <a:pt x="941" y="177"/>
                    </a:cubicBezTo>
                    <a:cubicBezTo>
                      <a:pt x="938" y="176"/>
                      <a:pt x="935" y="177"/>
                      <a:pt x="933" y="179"/>
                    </a:cubicBezTo>
                    <a:cubicBezTo>
                      <a:pt x="930" y="181"/>
                      <a:pt x="917" y="190"/>
                      <a:pt x="905" y="199"/>
                    </a:cubicBezTo>
                    <a:cubicBezTo>
                      <a:pt x="900" y="193"/>
                      <a:pt x="895" y="188"/>
                      <a:pt x="890" y="183"/>
                    </a:cubicBezTo>
                    <a:cubicBezTo>
                      <a:pt x="898" y="171"/>
                      <a:pt x="908" y="158"/>
                      <a:pt x="910" y="156"/>
                    </a:cubicBezTo>
                    <a:cubicBezTo>
                      <a:pt x="911" y="153"/>
                      <a:pt x="912" y="150"/>
                      <a:pt x="912" y="148"/>
                    </a:cubicBezTo>
                    <a:cubicBezTo>
                      <a:pt x="911" y="145"/>
                      <a:pt x="910" y="142"/>
                      <a:pt x="908" y="140"/>
                    </a:cubicBezTo>
                    <a:cubicBezTo>
                      <a:pt x="906" y="138"/>
                      <a:pt x="903" y="137"/>
                      <a:pt x="900" y="137"/>
                    </a:cubicBezTo>
                    <a:cubicBezTo>
                      <a:pt x="897" y="137"/>
                      <a:pt x="894" y="138"/>
                      <a:pt x="892" y="140"/>
                    </a:cubicBezTo>
                    <a:cubicBezTo>
                      <a:pt x="890" y="142"/>
                      <a:pt x="878" y="153"/>
                      <a:pt x="867" y="163"/>
                    </a:cubicBezTo>
                    <a:cubicBezTo>
                      <a:pt x="862" y="158"/>
                      <a:pt x="856" y="153"/>
                      <a:pt x="850" y="149"/>
                    </a:cubicBezTo>
                    <a:cubicBezTo>
                      <a:pt x="857" y="136"/>
                      <a:pt x="865" y="122"/>
                      <a:pt x="867" y="119"/>
                    </a:cubicBezTo>
                    <a:cubicBezTo>
                      <a:pt x="869" y="117"/>
                      <a:pt x="869" y="114"/>
                      <a:pt x="868" y="111"/>
                    </a:cubicBezTo>
                    <a:cubicBezTo>
                      <a:pt x="868" y="109"/>
                      <a:pt x="866" y="106"/>
                      <a:pt x="864" y="104"/>
                    </a:cubicBezTo>
                    <a:cubicBezTo>
                      <a:pt x="861" y="103"/>
                      <a:pt x="858" y="102"/>
                      <a:pt x="856" y="102"/>
                    </a:cubicBezTo>
                    <a:cubicBezTo>
                      <a:pt x="853" y="102"/>
                      <a:pt x="850" y="103"/>
                      <a:pt x="848" y="106"/>
                    </a:cubicBezTo>
                    <a:cubicBezTo>
                      <a:pt x="846" y="108"/>
                      <a:pt x="835" y="120"/>
                      <a:pt x="826" y="131"/>
                    </a:cubicBezTo>
                    <a:cubicBezTo>
                      <a:pt x="820" y="127"/>
                      <a:pt x="813" y="123"/>
                      <a:pt x="807" y="119"/>
                    </a:cubicBezTo>
                    <a:cubicBezTo>
                      <a:pt x="813" y="105"/>
                      <a:pt x="820" y="91"/>
                      <a:pt x="821" y="88"/>
                    </a:cubicBezTo>
                    <a:cubicBezTo>
                      <a:pt x="822" y="85"/>
                      <a:pt x="822" y="82"/>
                      <a:pt x="821" y="80"/>
                    </a:cubicBezTo>
                    <a:cubicBezTo>
                      <a:pt x="820" y="77"/>
                      <a:pt x="818" y="75"/>
                      <a:pt x="816" y="73"/>
                    </a:cubicBezTo>
                    <a:cubicBezTo>
                      <a:pt x="813" y="72"/>
                      <a:pt x="810" y="71"/>
                      <a:pt x="808" y="72"/>
                    </a:cubicBezTo>
                    <a:cubicBezTo>
                      <a:pt x="805" y="72"/>
                      <a:pt x="802" y="74"/>
                      <a:pt x="801" y="76"/>
                    </a:cubicBezTo>
                    <a:cubicBezTo>
                      <a:pt x="799" y="79"/>
                      <a:pt x="790" y="92"/>
                      <a:pt x="781" y="104"/>
                    </a:cubicBezTo>
                    <a:cubicBezTo>
                      <a:pt x="774" y="100"/>
                      <a:pt x="768" y="97"/>
                      <a:pt x="761" y="93"/>
                    </a:cubicBezTo>
                    <a:cubicBezTo>
                      <a:pt x="766" y="80"/>
                      <a:pt x="771" y="65"/>
                      <a:pt x="772" y="61"/>
                    </a:cubicBezTo>
                    <a:cubicBezTo>
                      <a:pt x="773" y="59"/>
                      <a:pt x="772" y="56"/>
                      <a:pt x="771" y="53"/>
                    </a:cubicBezTo>
                    <a:cubicBezTo>
                      <a:pt x="770" y="51"/>
                      <a:pt x="768" y="49"/>
                      <a:pt x="765" y="47"/>
                    </a:cubicBezTo>
                    <a:cubicBezTo>
                      <a:pt x="762" y="46"/>
                      <a:pt x="760" y="46"/>
                      <a:pt x="757" y="47"/>
                    </a:cubicBezTo>
                    <a:cubicBezTo>
                      <a:pt x="754" y="48"/>
                      <a:pt x="752" y="49"/>
                      <a:pt x="750" y="52"/>
                    </a:cubicBezTo>
                    <a:cubicBezTo>
                      <a:pt x="749" y="55"/>
                      <a:pt x="741" y="69"/>
                      <a:pt x="734" y="81"/>
                    </a:cubicBezTo>
                    <a:cubicBezTo>
                      <a:pt x="727" y="78"/>
                      <a:pt x="720" y="76"/>
                      <a:pt x="713" y="73"/>
                    </a:cubicBezTo>
                    <a:cubicBezTo>
                      <a:pt x="716" y="59"/>
                      <a:pt x="719" y="43"/>
                      <a:pt x="720" y="40"/>
                    </a:cubicBezTo>
                    <a:cubicBezTo>
                      <a:pt x="721" y="37"/>
                      <a:pt x="720" y="34"/>
                      <a:pt x="719" y="32"/>
                    </a:cubicBezTo>
                    <a:cubicBezTo>
                      <a:pt x="717" y="30"/>
                      <a:pt x="715" y="28"/>
                      <a:pt x="712" y="27"/>
                    </a:cubicBezTo>
                    <a:cubicBezTo>
                      <a:pt x="709" y="26"/>
                      <a:pt x="706" y="26"/>
                      <a:pt x="704" y="27"/>
                    </a:cubicBezTo>
                    <a:cubicBezTo>
                      <a:pt x="701" y="28"/>
                      <a:pt x="699" y="30"/>
                      <a:pt x="698" y="33"/>
                    </a:cubicBezTo>
                    <a:cubicBezTo>
                      <a:pt x="696" y="36"/>
                      <a:pt x="690" y="51"/>
                      <a:pt x="684" y="64"/>
                    </a:cubicBezTo>
                    <a:cubicBezTo>
                      <a:pt x="677" y="62"/>
                      <a:pt x="670" y="60"/>
                      <a:pt x="663" y="58"/>
                    </a:cubicBezTo>
                    <a:cubicBezTo>
                      <a:pt x="664" y="44"/>
                      <a:pt x="666" y="28"/>
                      <a:pt x="666" y="25"/>
                    </a:cubicBezTo>
                    <a:cubicBezTo>
                      <a:pt x="667" y="22"/>
                      <a:pt x="666" y="19"/>
                      <a:pt x="664" y="17"/>
                    </a:cubicBezTo>
                    <a:cubicBezTo>
                      <a:pt x="662" y="14"/>
                      <a:pt x="660" y="13"/>
                      <a:pt x="657" y="12"/>
                    </a:cubicBezTo>
                    <a:cubicBezTo>
                      <a:pt x="654" y="12"/>
                      <a:pt x="651" y="12"/>
                      <a:pt x="649" y="13"/>
                    </a:cubicBezTo>
                    <a:cubicBezTo>
                      <a:pt x="646" y="15"/>
                      <a:pt x="644" y="17"/>
                      <a:pt x="643" y="20"/>
                    </a:cubicBezTo>
                    <a:cubicBezTo>
                      <a:pt x="642" y="23"/>
                      <a:pt x="638" y="38"/>
                      <a:pt x="633" y="52"/>
                    </a:cubicBezTo>
                    <a:cubicBezTo>
                      <a:pt x="626" y="51"/>
                      <a:pt x="619" y="49"/>
                      <a:pt x="611" y="48"/>
                    </a:cubicBezTo>
                    <a:cubicBezTo>
                      <a:pt x="611" y="34"/>
                      <a:pt x="611" y="18"/>
                      <a:pt x="611" y="15"/>
                    </a:cubicBezTo>
                    <a:cubicBezTo>
                      <a:pt x="611" y="12"/>
                      <a:pt x="610" y="9"/>
                      <a:pt x="608" y="7"/>
                    </a:cubicBezTo>
                    <a:cubicBezTo>
                      <a:pt x="606" y="5"/>
                      <a:pt x="604" y="4"/>
                      <a:pt x="601" y="3"/>
                    </a:cubicBezTo>
                    <a:cubicBezTo>
                      <a:pt x="598" y="3"/>
                      <a:pt x="595" y="4"/>
                      <a:pt x="593" y="5"/>
                    </a:cubicBezTo>
                    <a:cubicBezTo>
                      <a:pt x="590" y="7"/>
                      <a:pt x="589" y="9"/>
                      <a:pt x="588" y="12"/>
                    </a:cubicBezTo>
                    <a:cubicBezTo>
                      <a:pt x="587" y="15"/>
                      <a:pt x="584" y="31"/>
                      <a:pt x="581" y="45"/>
                    </a:cubicBezTo>
                    <a:cubicBezTo>
                      <a:pt x="574" y="45"/>
                      <a:pt x="566" y="44"/>
                      <a:pt x="559" y="44"/>
                    </a:cubicBezTo>
                    <a:cubicBezTo>
                      <a:pt x="558" y="30"/>
                      <a:pt x="556" y="14"/>
                      <a:pt x="556" y="10"/>
                    </a:cubicBezTo>
                    <a:cubicBezTo>
                      <a:pt x="555" y="8"/>
                      <a:pt x="554" y="5"/>
                      <a:pt x="552" y="3"/>
                    </a:cubicBezTo>
                    <a:cubicBezTo>
                      <a:pt x="550" y="1"/>
                      <a:pt x="547" y="0"/>
                      <a:pt x="544" y="0"/>
                    </a:cubicBezTo>
                    <a:cubicBezTo>
                      <a:pt x="541" y="0"/>
                      <a:pt x="538" y="1"/>
                      <a:pt x="536" y="3"/>
                    </a:cubicBezTo>
                    <a:cubicBezTo>
                      <a:pt x="534" y="5"/>
                      <a:pt x="533" y="8"/>
                      <a:pt x="532" y="10"/>
                    </a:cubicBezTo>
                    <a:cubicBezTo>
                      <a:pt x="532" y="14"/>
                      <a:pt x="530" y="30"/>
                      <a:pt x="529" y="44"/>
                    </a:cubicBezTo>
                    <a:cubicBezTo>
                      <a:pt x="522" y="44"/>
                      <a:pt x="514" y="45"/>
                      <a:pt x="507" y="45"/>
                    </a:cubicBezTo>
                    <a:cubicBezTo>
                      <a:pt x="504" y="31"/>
                      <a:pt x="501" y="15"/>
                      <a:pt x="500" y="12"/>
                    </a:cubicBezTo>
                    <a:cubicBezTo>
                      <a:pt x="499" y="9"/>
                      <a:pt x="497" y="7"/>
                      <a:pt x="495" y="5"/>
                    </a:cubicBezTo>
                    <a:cubicBezTo>
                      <a:pt x="493" y="4"/>
                      <a:pt x="490" y="3"/>
                      <a:pt x="487" y="3"/>
                    </a:cubicBezTo>
                    <a:cubicBezTo>
                      <a:pt x="484" y="4"/>
                      <a:pt x="482" y="5"/>
                      <a:pt x="480" y="7"/>
                    </a:cubicBezTo>
                    <a:cubicBezTo>
                      <a:pt x="478" y="9"/>
                      <a:pt x="477" y="12"/>
                      <a:pt x="477" y="15"/>
                    </a:cubicBezTo>
                    <a:cubicBezTo>
                      <a:pt x="477" y="18"/>
                      <a:pt x="477" y="34"/>
                      <a:pt x="477" y="48"/>
                    </a:cubicBezTo>
                    <a:cubicBezTo>
                      <a:pt x="469" y="49"/>
                      <a:pt x="462" y="51"/>
                      <a:pt x="455" y="52"/>
                    </a:cubicBezTo>
                    <a:cubicBezTo>
                      <a:pt x="450" y="38"/>
                      <a:pt x="446" y="23"/>
                      <a:pt x="445" y="20"/>
                    </a:cubicBezTo>
                    <a:cubicBezTo>
                      <a:pt x="444" y="17"/>
                      <a:pt x="442" y="15"/>
                      <a:pt x="439" y="13"/>
                    </a:cubicBezTo>
                    <a:cubicBezTo>
                      <a:pt x="437" y="12"/>
                      <a:pt x="434" y="12"/>
                      <a:pt x="431" y="12"/>
                    </a:cubicBezTo>
                    <a:cubicBezTo>
                      <a:pt x="428" y="13"/>
                      <a:pt x="426" y="14"/>
                      <a:pt x="424" y="17"/>
                    </a:cubicBezTo>
                    <a:cubicBezTo>
                      <a:pt x="422" y="19"/>
                      <a:pt x="421" y="22"/>
                      <a:pt x="422" y="25"/>
                    </a:cubicBezTo>
                    <a:cubicBezTo>
                      <a:pt x="422" y="28"/>
                      <a:pt x="424" y="44"/>
                      <a:pt x="425" y="58"/>
                    </a:cubicBezTo>
                    <a:cubicBezTo>
                      <a:pt x="418" y="60"/>
                      <a:pt x="411" y="62"/>
                      <a:pt x="404" y="64"/>
                    </a:cubicBezTo>
                    <a:cubicBezTo>
                      <a:pt x="398" y="51"/>
                      <a:pt x="392" y="36"/>
                      <a:pt x="390" y="33"/>
                    </a:cubicBezTo>
                    <a:cubicBezTo>
                      <a:pt x="389" y="30"/>
                      <a:pt x="387" y="28"/>
                      <a:pt x="384" y="27"/>
                    </a:cubicBezTo>
                    <a:cubicBezTo>
                      <a:pt x="382" y="26"/>
                      <a:pt x="379" y="26"/>
                      <a:pt x="376" y="27"/>
                    </a:cubicBezTo>
                    <a:cubicBezTo>
                      <a:pt x="373" y="28"/>
                      <a:pt x="371" y="30"/>
                      <a:pt x="369" y="32"/>
                    </a:cubicBezTo>
                    <a:cubicBezTo>
                      <a:pt x="368" y="34"/>
                      <a:pt x="367" y="37"/>
                      <a:pt x="368" y="40"/>
                    </a:cubicBezTo>
                    <a:cubicBezTo>
                      <a:pt x="369" y="43"/>
                      <a:pt x="372" y="59"/>
                      <a:pt x="375" y="73"/>
                    </a:cubicBezTo>
                    <a:cubicBezTo>
                      <a:pt x="368" y="76"/>
                      <a:pt x="361" y="78"/>
                      <a:pt x="354" y="81"/>
                    </a:cubicBezTo>
                    <a:cubicBezTo>
                      <a:pt x="347" y="69"/>
                      <a:pt x="339" y="55"/>
                      <a:pt x="338" y="52"/>
                    </a:cubicBezTo>
                    <a:cubicBezTo>
                      <a:pt x="336" y="49"/>
                      <a:pt x="334" y="48"/>
                      <a:pt x="331" y="47"/>
                    </a:cubicBezTo>
                    <a:cubicBezTo>
                      <a:pt x="328" y="46"/>
                      <a:pt x="326" y="46"/>
                      <a:pt x="323" y="47"/>
                    </a:cubicBezTo>
                    <a:cubicBezTo>
                      <a:pt x="320" y="49"/>
                      <a:pt x="318" y="51"/>
                      <a:pt x="317" y="53"/>
                    </a:cubicBezTo>
                    <a:cubicBezTo>
                      <a:pt x="316" y="56"/>
                      <a:pt x="315" y="59"/>
                      <a:pt x="316" y="61"/>
                    </a:cubicBezTo>
                    <a:cubicBezTo>
                      <a:pt x="317" y="65"/>
                      <a:pt x="322" y="80"/>
                      <a:pt x="327" y="93"/>
                    </a:cubicBezTo>
                    <a:cubicBezTo>
                      <a:pt x="320" y="97"/>
                      <a:pt x="314" y="100"/>
                      <a:pt x="307" y="104"/>
                    </a:cubicBezTo>
                    <a:cubicBezTo>
                      <a:pt x="298" y="92"/>
                      <a:pt x="289" y="79"/>
                      <a:pt x="287" y="76"/>
                    </a:cubicBezTo>
                    <a:cubicBezTo>
                      <a:pt x="286" y="74"/>
                      <a:pt x="283" y="72"/>
                      <a:pt x="280" y="72"/>
                    </a:cubicBezTo>
                    <a:cubicBezTo>
                      <a:pt x="278" y="71"/>
                      <a:pt x="275" y="72"/>
                      <a:pt x="272" y="73"/>
                    </a:cubicBezTo>
                    <a:cubicBezTo>
                      <a:pt x="270" y="75"/>
                      <a:pt x="268" y="77"/>
                      <a:pt x="267" y="80"/>
                    </a:cubicBezTo>
                    <a:cubicBezTo>
                      <a:pt x="266" y="82"/>
                      <a:pt x="266" y="85"/>
                      <a:pt x="267" y="88"/>
                    </a:cubicBezTo>
                    <a:cubicBezTo>
                      <a:pt x="268" y="91"/>
                      <a:pt x="275" y="105"/>
                      <a:pt x="281" y="119"/>
                    </a:cubicBezTo>
                    <a:cubicBezTo>
                      <a:pt x="275" y="123"/>
                      <a:pt x="268" y="127"/>
                      <a:pt x="262" y="131"/>
                    </a:cubicBezTo>
                    <a:cubicBezTo>
                      <a:pt x="253" y="120"/>
                      <a:pt x="242" y="108"/>
                      <a:pt x="240" y="106"/>
                    </a:cubicBezTo>
                    <a:cubicBezTo>
                      <a:pt x="238" y="103"/>
                      <a:pt x="235" y="102"/>
                      <a:pt x="232" y="102"/>
                    </a:cubicBezTo>
                    <a:cubicBezTo>
                      <a:pt x="230" y="102"/>
                      <a:pt x="227" y="103"/>
                      <a:pt x="224" y="104"/>
                    </a:cubicBezTo>
                    <a:cubicBezTo>
                      <a:pt x="222" y="106"/>
                      <a:pt x="220" y="109"/>
                      <a:pt x="220" y="111"/>
                    </a:cubicBezTo>
                    <a:cubicBezTo>
                      <a:pt x="219" y="114"/>
                      <a:pt x="219" y="117"/>
                      <a:pt x="221" y="119"/>
                    </a:cubicBezTo>
                    <a:cubicBezTo>
                      <a:pt x="223" y="122"/>
                      <a:pt x="231" y="136"/>
                      <a:pt x="238" y="149"/>
                    </a:cubicBezTo>
                    <a:cubicBezTo>
                      <a:pt x="232" y="153"/>
                      <a:pt x="226" y="158"/>
                      <a:pt x="221" y="163"/>
                    </a:cubicBezTo>
                    <a:cubicBezTo>
                      <a:pt x="210" y="153"/>
                      <a:pt x="198" y="142"/>
                      <a:pt x="196" y="140"/>
                    </a:cubicBezTo>
                    <a:cubicBezTo>
                      <a:pt x="194" y="138"/>
                      <a:pt x="191" y="137"/>
                      <a:pt x="188" y="137"/>
                    </a:cubicBezTo>
                    <a:cubicBezTo>
                      <a:pt x="185" y="137"/>
                      <a:pt x="182" y="138"/>
                      <a:pt x="180" y="140"/>
                    </a:cubicBezTo>
                    <a:cubicBezTo>
                      <a:pt x="178" y="142"/>
                      <a:pt x="177" y="145"/>
                      <a:pt x="176" y="148"/>
                    </a:cubicBezTo>
                    <a:cubicBezTo>
                      <a:pt x="176" y="150"/>
                      <a:pt x="176" y="153"/>
                      <a:pt x="178" y="156"/>
                    </a:cubicBezTo>
                    <a:cubicBezTo>
                      <a:pt x="180" y="158"/>
                      <a:pt x="190" y="171"/>
                      <a:pt x="198" y="183"/>
                    </a:cubicBezTo>
                    <a:cubicBezTo>
                      <a:pt x="193" y="188"/>
                      <a:pt x="188" y="193"/>
                      <a:pt x="182" y="199"/>
                    </a:cubicBezTo>
                    <a:cubicBezTo>
                      <a:pt x="171" y="190"/>
                      <a:pt x="158" y="181"/>
                      <a:pt x="155" y="179"/>
                    </a:cubicBezTo>
                    <a:cubicBezTo>
                      <a:pt x="153" y="177"/>
                      <a:pt x="150" y="176"/>
                      <a:pt x="147" y="177"/>
                    </a:cubicBezTo>
                    <a:cubicBezTo>
                      <a:pt x="145" y="177"/>
                      <a:pt x="142" y="178"/>
                      <a:pt x="140" y="180"/>
                    </a:cubicBezTo>
                    <a:cubicBezTo>
                      <a:pt x="138" y="183"/>
                      <a:pt x="137" y="185"/>
                      <a:pt x="137" y="188"/>
                    </a:cubicBezTo>
                    <a:cubicBezTo>
                      <a:pt x="137" y="191"/>
                      <a:pt x="138" y="194"/>
                      <a:pt x="140" y="196"/>
                    </a:cubicBezTo>
                    <a:cubicBezTo>
                      <a:pt x="142" y="198"/>
                      <a:pt x="153" y="210"/>
                      <a:pt x="163" y="221"/>
                    </a:cubicBezTo>
                    <a:cubicBezTo>
                      <a:pt x="158" y="227"/>
                      <a:pt x="153" y="233"/>
                      <a:pt x="148" y="238"/>
                    </a:cubicBezTo>
                    <a:cubicBezTo>
                      <a:pt x="136" y="231"/>
                      <a:pt x="122" y="223"/>
                      <a:pt x="119" y="221"/>
                    </a:cubicBezTo>
                    <a:cubicBezTo>
                      <a:pt x="117" y="220"/>
                      <a:pt x="114" y="220"/>
                      <a:pt x="111" y="220"/>
                    </a:cubicBezTo>
                    <a:cubicBezTo>
                      <a:pt x="108" y="221"/>
                      <a:pt x="106" y="222"/>
                      <a:pt x="104" y="225"/>
                    </a:cubicBezTo>
                    <a:cubicBezTo>
                      <a:pt x="102" y="227"/>
                      <a:pt x="102" y="230"/>
                      <a:pt x="102" y="233"/>
                    </a:cubicBezTo>
                    <a:cubicBezTo>
                      <a:pt x="102" y="236"/>
                      <a:pt x="103" y="238"/>
                      <a:pt x="105" y="240"/>
                    </a:cubicBezTo>
                    <a:cubicBezTo>
                      <a:pt x="108" y="242"/>
                      <a:pt x="120" y="253"/>
                      <a:pt x="131" y="263"/>
                    </a:cubicBezTo>
                    <a:cubicBezTo>
                      <a:pt x="127" y="269"/>
                      <a:pt x="122" y="275"/>
                      <a:pt x="118" y="282"/>
                    </a:cubicBezTo>
                    <a:cubicBezTo>
                      <a:pt x="105" y="276"/>
                      <a:pt x="91" y="269"/>
                      <a:pt x="88" y="268"/>
                    </a:cubicBezTo>
                    <a:cubicBezTo>
                      <a:pt x="85" y="266"/>
                      <a:pt x="82" y="266"/>
                      <a:pt x="80" y="267"/>
                    </a:cubicBezTo>
                    <a:cubicBezTo>
                      <a:pt x="77" y="268"/>
                      <a:pt x="75" y="270"/>
                      <a:pt x="73" y="273"/>
                    </a:cubicBezTo>
                    <a:cubicBezTo>
                      <a:pt x="72" y="275"/>
                      <a:pt x="71" y="278"/>
                      <a:pt x="72" y="281"/>
                    </a:cubicBezTo>
                    <a:cubicBezTo>
                      <a:pt x="72" y="284"/>
                      <a:pt x="74" y="286"/>
                      <a:pt x="76" y="288"/>
                    </a:cubicBezTo>
                    <a:cubicBezTo>
                      <a:pt x="79" y="290"/>
                      <a:pt x="92" y="299"/>
                      <a:pt x="104" y="307"/>
                    </a:cubicBezTo>
                    <a:cubicBezTo>
                      <a:pt x="100" y="314"/>
                      <a:pt x="97" y="321"/>
                      <a:pt x="93" y="328"/>
                    </a:cubicBezTo>
                    <a:cubicBezTo>
                      <a:pt x="79" y="323"/>
                      <a:pt x="64" y="318"/>
                      <a:pt x="61" y="317"/>
                    </a:cubicBezTo>
                    <a:cubicBezTo>
                      <a:pt x="59" y="316"/>
                      <a:pt x="56" y="316"/>
                      <a:pt x="53" y="317"/>
                    </a:cubicBezTo>
                    <a:cubicBezTo>
                      <a:pt x="51" y="319"/>
                      <a:pt x="48" y="321"/>
                      <a:pt x="47" y="323"/>
                    </a:cubicBezTo>
                    <a:cubicBezTo>
                      <a:pt x="46" y="326"/>
                      <a:pt x="46" y="329"/>
                      <a:pt x="47" y="332"/>
                    </a:cubicBezTo>
                    <a:cubicBezTo>
                      <a:pt x="48" y="334"/>
                      <a:pt x="49" y="337"/>
                      <a:pt x="52" y="338"/>
                    </a:cubicBezTo>
                    <a:cubicBezTo>
                      <a:pt x="55" y="340"/>
                      <a:pt x="68" y="348"/>
                      <a:pt x="81" y="355"/>
                    </a:cubicBezTo>
                    <a:cubicBezTo>
                      <a:pt x="78" y="362"/>
                      <a:pt x="76" y="369"/>
                      <a:pt x="73" y="376"/>
                    </a:cubicBezTo>
                    <a:cubicBezTo>
                      <a:pt x="59" y="373"/>
                      <a:pt x="43" y="369"/>
                      <a:pt x="40" y="369"/>
                    </a:cubicBezTo>
                    <a:cubicBezTo>
                      <a:pt x="37" y="368"/>
                      <a:pt x="34" y="369"/>
                      <a:pt x="32" y="370"/>
                    </a:cubicBezTo>
                    <a:cubicBezTo>
                      <a:pt x="30" y="372"/>
                      <a:pt x="28" y="374"/>
                      <a:pt x="27" y="377"/>
                    </a:cubicBezTo>
                    <a:cubicBezTo>
                      <a:pt x="26" y="379"/>
                      <a:pt x="26" y="382"/>
                      <a:pt x="27" y="385"/>
                    </a:cubicBezTo>
                    <a:cubicBezTo>
                      <a:pt x="28" y="388"/>
                      <a:pt x="30" y="390"/>
                      <a:pt x="33" y="391"/>
                    </a:cubicBezTo>
                    <a:cubicBezTo>
                      <a:pt x="36" y="392"/>
                      <a:pt x="50" y="399"/>
                      <a:pt x="64" y="404"/>
                    </a:cubicBezTo>
                    <a:cubicBezTo>
                      <a:pt x="62" y="412"/>
                      <a:pt x="60" y="419"/>
                      <a:pt x="58" y="426"/>
                    </a:cubicBezTo>
                    <a:cubicBezTo>
                      <a:pt x="44" y="425"/>
                      <a:pt x="28" y="423"/>
                      <a:pt x="25" y="422"/>
                    </a:cubicBezTo>
                    <a:cubicBezTo>
                      <a:pt x="22" y="422"/>
                      <a:pt x="19" y="423"/>
                      <a:pt x="17" y="425"/>
                    </a:cubicBezTo>
                    <a:cubicBezTo>
                      <a:pt x="14" y="426"/>
                      <a:pt x="13" y="429"/>
                      <a:pt x="12" y="432"/>
                    </a:cubicBezTo>
                    <a:cubicBezTo>
                      <a:pt x="12" y="435"/>
                      <a:pt x="12" y="437"/>
                      <a:pt x="13" y="440"/>
                    </a:cubicBezTo>
                    <a:cubicBezTo>
                      <a:pt x="15" y="442"/>
                      <a:pt x="17" y="444"/>
                      <a:pt x="20" y="445"/>
                    </a:cubicBezTo>
                    <a:cubicBezTo>
                      <a:pt x="23" y="446"/>
                      <a:pt x="38" y="451"/>
                      <a:pt x="52" y="455"/>
                    </a:cubicBezTo>
                    <a:cubicBezTo>
                      <a:pt x="50" y="463"/>
                      <a:pt x="49" y="470"/>
                      <a:pt x="48" y="478"/>
                    </a:cubicBezTo>
                    <a:cubicBezTo>
                      <a:pt x="34" y="478"/>
                      <a:pt x="18" y="477"/>
                      <a:pt x="15" y="477"/>
                    </a:cubicBezTo>
                    <a:cubicBezTo>
                      <a:pt x="12" y="477"/>
                      <a:pt x="9" y="479"/>
                      <a:pt x="7" y="481"/>
                    </a:cubicBezTo>
                    <a:cubicBezTo>
                      <a:pt x="5" y="482"/>
                      <a:pt x="4" y="485"/>
                      <a:pt x="3" y="488"/>
                    </a:cubicBezTo>
                    <a:cubicBezTo>
                      <a:pt x="3" y="491"/>
                      <a:pt x="4" y="494"/>
                      <a:pt x="5" y="496"/>
                    </a:cubicBezTo>
                    <a:cubicBezTo>
                      <a:pt x="7" y="498"/>
                      <a:pt x="9" y="500"/>
                      <a:pt x="12" y="501"/>
                    </a:cubicBezTo>
                    <a:cubicBezTo>
                      <a:pt x="15" y="501"/>
                      <a:pt x="31" y="505"/>
                      <a:pt x="45" y="507"/>
                    </a:cubicBezTo>
                    <a:cubicBezTo>
                      <a:pt x="45" y="515"/>
                      <a:pt x="44" y="522"/>
                      <a:pt x="44" y="530"/>
                    </a:cubicBezTo>
                    <a:cubicBezTo>
                      <a:pt x="30" y="531"/>
                      <a:pt x="14" y="533"/>
                      <a:pt x="10" y="533"/>
                    </a:cubicBezTo>
                    <a:cubicBezTo>
                      <a:pt x="7" y="533"/>
                      <a:pt x="5" y="535"/>
                      <a:pt x="3" y="537"/>
                    </a:cubicBezTo>
                    <a:cubicBezTo>
                      <a:pt x="1" y="539"/>
                      <a:pt x="0" y="542"/>
                      <a:pt x="0" y="545"/>
                    </a:cubicBezTo>
                    <a:cubicBezTo>
                      <a:pt x="0" y="548"/>
                      <a:pt x="1" y="551"/>
                      <a:pt x="3" y="553"/>
                    </a:cubicBezTo>
                    <a:cubicBezTo>
                      <a:pt x="5" y="555"/>
                      <a:pt x="7" y="556"/>
                      <a:pt x="10" y="557"/>
                    </a:cubicBezTo>
                    <a:cubicBezTo>
                      <a:pt x="14" y="557"/>
                      <a:pt x="30" y="558"/>
                      <a:pt x="44" y="560"/>
                    </a:cubicBezTo>
                    <a:cubicBezTo>
                      <a:pt x="44" y="567"/>
                      <a:pt x="45" y="575"/>
                      <a:pt x="45" y="582"/>
                    </a:cubicBezTo>
                    <a:cubicBezTo>
                      <a:pt x="31" y="585"/>
                      <a:pt x="15" y="588"/>
                      <a:pt x="12" y="589"/>
                    </a:cubicBezTo>
                    <a:cubicBezTo>
                      <a:pt x="9" y="590"/>
                      <a:pt x="7" y="591"/>
                      <a:pt x="5" y="594"/>
                    </a:cubicBezTo>
                    <a:cubicBezTo>
                      <a:pt x="4" y="596"/>
                      <a:pt x="3" y="599"/>
                      <a:pt x="3" y="602"/>
                    </a:cubicBezTo>
                    <a:cubicBezTo>
                      <a:pt x="4" y="605"/>
                      <a:pt x="5" y="607"/>
                      <a:pt x="7" y="609"/>
                    </a:cubicBezTo>
                    <a:cubicBezTo>
                      <a:pt x="9" y="611"/>
                      <a:pt x="12" y="613"/>
                      <a:pt x="15" y="612"/>
                    </a:cubicBezTo>
                    <a:cubicBezTo>
                      <a:pt x="18" y="612"/>
                      <a:pt x="34" y="612"/>
                      <a:pt x="48" y="612"/>
                    </a:cubicBezTo>
                    <a:cubicBezTo>
                      <a:pt x="49" y="620"/>
                      <a:pt x="50" y="627"/>
                      <a:pt x="52" y="634"/>
                    </a:cubicBezTo>
                    <a:cubicBezTo>
                      <a:pt x="38" y="639"/>
                      <a:pt x="23" y="644"/>
                      <a:pt x="20" y="645"/>
                    </a:cubicBezTo>
                    <a:cubicBezTo>
                      <a:pt x="17" y="645"/>
                      <a:pt x="15" y="647"/>
                      <a:pt x="13" y="650"/>
                    </a:cubicBezTo>
                    <a:cubicBezTo>
                      <a:pt x="12" y="652"/>
                      <a:pt x="12" y="655"/>
                      <a:pt x="12" y="658"/>
                    </a:cubicBezTo>
                    <a:cubicBezTo>
                      <a:pt x="13" y="661"/>
                      <a:pt x="14" y="664"/>
                      <a:pt x="17" y="665"/>
                    </a:cubicBezTo>
                    <a:cubicBezTo>
                      <a:pt x="19" y="667"/>
                      <a:pt x="22" y="668"/>
                      <a:pt x="25" y="668"/>
                    </a:cubicBezTo>
                    <a:cubicBezTo>
                      <a:pt x="28" y="667"/>
                      <a:pt x="44" y="665"/>
                      <a:pt x="58" y="664"/>
                    </a:cubicBezTo>
                    <a:cubicBezTo>
                      <a:pt x="60" y="671"/>
                      <a:pt x="62" y="678"/>
                      <a:pt x="64" y="686"/>
                    </a:cubicBezTo>
                    <a:cubicBezTo>
                      <a:pt x="50" y="691"/>
                      <a:pt x="36" y="698"/>
                      <a:pt x="33" y="699"/>
                    </a:cubicBezTo>
                    <a:cubicBezTo>
                      <a:pt x="30" y="700"/>
                      <a:pt x="28" y="702"/>
                      <a:pt x="27" y="705"/>
                    </a:cubicBezTo>
                    <a:cubicBezTo>
                      <a:pt x="26" y="708"/>
                      <a:pt x="26" y="710"/>
                      <a:pt x="27" y="713"/>
                    </a:cubicBezTo>
                    <a:cubicBezTo>
                      <a:pt x="28" y="716"/>
                      <a:pt x="30" y="718"/>
                      <a:pt x="32" y="720"/>
                    </a:cubicBezTo>
                    <a:cubicBezTo>
                      <a:pt x="34" y="721"/>
                      <a:pt x="37" y="722"/>
                      <a:pt x="40" y="721"/>
                    </a:cubicBezTo>
                    <a:cubicBezTo>
                      <a:pt x="43" y="721"/>
                      <a:pt x="59" y="717"/>
                      <a:pt x="73" y="714"/>
                    </a:cubicBezTo>
                    <a:cubicBezTo>
                      <a:pt x="76" y="721"/>
                      <a:pt x="78" y="728"/>
                      <a:pt x="81" y="735"/>
                    </a:cubicBezTo>
                    <a:cubicBezTo>
                      <a:pt x="68" y="742"/>
                      <a:pt x="55" y="750"/>
                      <a:pt x="52" y="752"/>
                    </a:cubicBezTo>
                    <a:cubicBezTo>
                      <a:pt x="49" y="753"/>
                      <a:pt x="48" y="755"/>
                      <a:pt x="47" y="758"/>
                    </a:cubicBezTo>
                    <a:cubicBezTo>
                      <a:pt x="46" y="761"/>
                      <a:pt x="46" y="764"/>
                      <a:pt x="47" y="766"/>
                    </a:cubicBezTo>
                    <a:cubicBezTo>
                      <a:pt x="48" y="769"/>
                      <a:pt x="51" y="771"/>
                      <a:pt x="53" y="772"/>
                    </a:cubicBezTo>
                    <a:cubicBezTo>
                      <a:pt x="56" y="774"/>
                      <a:pt x="59" y="774"/>
                      <a:pt x="61" y="773"/>
                    </a:cubicBezTo>
                    <a:cubicBezTo>
                      <a:pt x="64" y="772"/>
                      <a:pt x="79" y="767"/>
                      <a:pt x="93" y="762"/>
                    </a:cubicBezTo>
                    <a:cubicBezTo>
                      <a:pt x="97" y="769"/>
                      <a:pt x="100" y="776"/>
                      <a:pt x="104" y="782"/>
                    </a:cubicBezTo>
                    <a:cubicBezTo>
                      <a:pt x="92" y="791"/>
                      <a:pt x="79" y="800"/>
                      <a:pt x="76" y="802"/>
                    </a:cubicBezTo>
                    <a:cubicBezTo>
                      <a:pt x="74" y="804"/>
                      <a:pt x="72" y="806"/>
                      <a:pt x="72" y="809"/>
                    </a:cubicBezTo>
                    <a:cubicBezTo>
                      <a:pt x="71" y="812"/>
                      <a:pt x="72" y="815"/>
                      <a:pt x="73" y="817"/>
                    </a:cubicBezTo>
                    <a:cubicBezTo>
                      <a:pt x="75" y="820"/>
                      <a:pt x="77" y="822"/>
                      <a:pt x="80" y="823"/>
                    </a:cubicBezTo>
                    <a:cubicBezTo>
                      <a:pt x="82" y="824"/>
                      <a:pt x="85" y="824"/>
                      <a:pt x="88" y="822"/>
                    </a:cubicBezTo>
                    <a:cubicBezTo>
                      <a:pt x="91" y="821"/>
                      <a:pt x="105" y="814"/>
                      <a:pt x="118" y="808"/>
                    </a:cubicBezTo>
                    <a:cubicBezTo>
                      <a:pt x="122" y="815"/>
                      <a:pt x="127" y="821"/>
                      <a:pt x="131" y="827"/>
                    </a:cubicBezTo>
                    <a:cubicBezTo>
                      <a:pt x="120" y="837"/>
                      <a:pt x="108" y="847"/>
                      <a:pt x="105" y="850"/>
                    </a:cubicBezTo>
                    <a:cubicBezTo>
                      <a:pt x="103" y="852"/>
                      <a:pt x="102" y="854"/>
                      <a:pt x="102" y="857"/>
                    </a:cubicBezTo>
                    <a:cubicBezTo>
                      <a:pt x="102" y="860"/>
                      <a:pt x="102" y="863"/>
                      <a:pt x="104" y="865"/>
                    </a:cubicBezTo>
                    <a:cubicBezTo>
                      <a:pt x="106" y="867"/>
                      <a:pt x="108" y="869"/>
                      <a:pt x="111" y="870"/>
                    </a:cubicBezTo>
                    <a:cubicBezTo>
                      <a:pt x="114" y="870"/>
                      <a:pt x="117" y="870"/>
                      <a:pt x="119" y="869"/>
                    </a:cubicBezTo>
                    <a:cubicBezTo>
                      <a:pt x="122" y="867"/>
                      <a:pt x="136" y="859"/>
                      <a:pt x="148" y="851"/>
                    </a:cubicBezTo>
                    <a:cubicBezTo>
                      <a:pt x="153" y="857"/>
                      <a:pt x="158" y="863"/>
                      <a:pt x="163" y="869"/>
                    </a:cubicBezTo>
                    <a:cubicBezTo>
                      <a:pt x="153" y="880"/>
                      <a:pt x="142" y="891"/>
                      <a:pt x="140" y="894"/>
                    </a:cubicBezTo>
                    <a:cubicBezTo>
                      <a:pt x="138" y="896"/>
                      <a:pt x="137" y="899"/>
                      <a:pt x="137" y="902"/>
                    </a:cubicBezTo>
                    <a:cubicBezTo>
                      <a:pt x="137" y="904"/>
                      <a:pt x="138" y="907"/>
                      <a:pt x="140" y="909"/>
                    </a:cubicBezTo>
                    <a:cubicBezTo>
                      <a:pt x="142" y="912"/>
                      <a:pt x="145" y="913"/>
                      <a:pt x="147" y="913"/>
                    </a:cubicBezTo>
                    <a:cubicBezTo>
                      <a:pt x="150" y="914"/>
                      <a:pt x="153" y="913"/>
                      <a:pt x="155" y="911"/>
                    </a:cubicBezTo>
                    <a:cubicBezTo>
                      <a:pt x="158" y="909"/>
                      <a:pt x="171" y="900"/>
                      <a:pt x="182" y="891"/>
                    </a:cubicBezTo>
                    <a:cubicBezTo>
                      <a:pt x="188" y="897"/>
                      <a:pt x="193" y="902"/>
                      <a:pt x="198" y="907"/>
                    </a:cubicBezTo>
                    <a:cubicBezTo>
                      <a:pt x="190" y="919"/>
                      <a:pt x="180" y="932"/>
                      <a:pt x="178" y="934"/>
                    </a:cubicBezTo>
                    <a:cubicBezTo>
                      <a:pt x="176" y="937"/>
                      <a:pt x="176" y="940"/>
                      <a:pt x="176" y="942"/>
                    </a:cubicBezTo>
                    <a:cubicBezTo>
                      <a:pt x="177" y="945"/>
                      <a:pt x="178" y="948"/>
                      <a:pt x="180" y="950"/>
                    </a:cubicBezTo>
                    <a:cubicBezTo>
                      <a:pt x="182" y="952"/>
                      <a:pt x="185" y="953"/>
                      <a:pt x="188" y="953"/>
                    </a:cubicBezTo>
                    <a:cubicBezTo>
                      <a:pt x="191" y="953"/>
                      <a:pt x="194" y="952"/>
                      <a:pt x="196" y="950"/>
                    </a:cubicBezTo>
                    <a:cubicBezTo>
                      <a:pt x="198" y="948"/>
                      <a:pt x="210" y="937"/>
                      <a:pt x="221" y="927"/>
                    </a:cubicBezTo>
                    <a:cubicBezTo>
                      <a:pt x="226" y="932"/>
                      <a:pt x="232" y="937"/>
                      <a:pt x="238" y="941"/>
                    </a:cubicBezTo>
                    <a:cubicBezTo>
                      <a:pt x="231" y="954"/>
                      <a:pt x="223" y="968"/>
                      <a:pt x="221" y="970"/>
                    </a:cubicBezTo>
                    <a:cubicBezTo>
                      <a:pt x="219" y="973"/>
                      <a:pt x="219" y="976"/>
                      <a:pt x="220" y="979"/>
                    </a:cubicBezTo>
                    <a:cubicBezTo>
                      <a:pt x="220" y="981"/>
                      <a:pt x="222" y="984"/>
                      <a:pt x="224" y="986"/>
                    </a:cubicBezTo>
                    <a:cubicBezTo>
                      <a:pt x="227" y="987"/>
                      <a:pt x="230" y="988"/>
                      <a:pt x="232" y="988"/>
                    </a:cubicBezTo>
                    <a:cubicBezTo>
                      <a:pt x="235" y="988"/>
                      <a:pt x="238" y="986"/>
                      <a:pt x="240" y="984"/>
                    </a:cubicBezTo>
                    <a:cubicBezTo>
                      <a:pt x="242" y="982"/>
                      <a:pt x="253" y="970"/>
                      <a:pt x="262" y="959"/>
                    </a:cubicBezTo>
                    <a:cubicBezTo>
                      <a:pt x="268" y="963"/>
                      <a:pt x="275" y="967"/>
                      <a:pt x="281" y="971"/>
                    </a:cubicBezTo>
                    <a:cubicBezTo>
                      <a:pt x="275" y="984"/>
                      <a:pt x="268" y="999"/>
                      <a:pt x="267" y="1002"/>
                    </a:cubicBezTo>
                    <a:cubicBezTo>
                      <a:pt x="266" y="1005"/>
                      <a:pt x="266" y="1008"/>
                      <a:pt x="267" y="1010"/>
                    </a:cubicBezTo>
                    <a:cubicBezTo>
                      <a:pt x="268" y="1013"/>
                      <a:pt x="270" y="1015"/>
                      <a:pt x="272" y="1017"/>
                    </a:cubicBezTo>
                    <a:cubicBezTo>
                      <a:pt x="275" y="1018"/>
                      <a:pt x="278" y="1019"/>
                      <a:pt x="280" y="1018"/>
                    </a:cubicBezTo>
                    <a:cubicBezTo>
                      <a:pt x="283" y="1018"/>
                      <a:pt x="286" y="1016"/>
                      <a:pt x="287" y="1014"/>
                    </a:cubicBezTo>
                    <a:cubicBezTo>
                      <a:pt x="289" y="1011"/>
                      <a:pt x="298" y="998"/>
                      <a:pt x="307" y="986"/>
                    </a:cubicBezTo>
                    <a:cubicBezTo>
                      <a:pt x="314" y="990"/>
                      <a:pt x="320" y="993"/>
                      <a:pt x="327" y="996"/>
                    </a:cubicBezTo>
                    <a:cubicBezTo>
                      <a:pt x="322" y="1010"/>
                      <a:pt x="317" y="1025"/>
                      <a:pt x="316" y="1028"/>
                    </a:cubicBezTo>
                    <a:cubicBezTo>
                      <a:pt x="315" y="1031"/>
                      <a:pt x="316" y="1034"/>
                      <a:pt x="317" y="1037"/>
                    </a:cubicBezTo>
                    <a:cubicBezTo>
                      <a:pt x="318" y="1039"/>
                      <a:pt x="320" y="1041"/>
                      <a:pt x="323" y="1042"/>
                    </a:cubicBezTo>
                    <a:cubicBezTo>
                      <a:pt x="326" y="1044"/>
                      <a:pt x="328" y="1044"/>
                      <a:pt x="331" y="1043"/>
                    </a:cubicBezTo>
                    <a:cubicBezTo>
                      <a:pt x="334" y="1042"/>
                      <a:pt x="336" y="1041"/>
                      <a:pt x="338" y="1038"/>
                    </a:cubicBezTo>
                    <a:cubicBezTo>
                      <a:pt x="339" y="1035"/>
                      <a:pt x="347" y="1021"/>
                      <a:pt x="354" y="1009"/>
                    </a:cubicBezTo>
                    <a:cubicBezTo>
                      <a:pt x="361" y="1011"/>
                      <a:pt x="368" y="1014"/>
                      <a:pt x="375" y="1017"/>
                    </a:cubicBezTo>
                    <a:cubicBezTo>
                      <a:pt x="372" y="1031"/>
                      <a:pt x="369" y="1046"/>
                      <a:pt x="368" y="1050"/>
                    </a:cubicBezTo>
                    <a:cubicBezTo>
                      <a:pt x="367" y="1052"/>
                      <a:pt x="368" y="1055"/>
                      <a:pt x="369" y="1058"/>
                    </a:cubicBezTo>
                    <a:cubicBezTo>
                      <a:pt x="371" y="1060"/>
                      <a:pt x="373" y="1062"/>
                      <a:pt x="376" y="1063"/>
                    </a:cubicBezTo>
                    <a:cubicBezTo>
                      <a:pt x="379" y="1064"/>
                      <a:pt x="382" y="1064"/>
                      <a:pt x="384" y="1063"/>
                    </a:cubicBezTo>
                    <a:cubicBezTo>
                      <a:pt x="387" y="1062"/>
                      <a:pt x="389" y="1060"/>
                      <a:pt x="390" y="1057"/>
                    </a:cubicBezTo>
                    <a:cubicBezTo>
                      <a:pt x="392" y="1054"/>
                      <a:pt x="398" y="1039"/>
                      <a:pt x="404" y="1026"/>
                    </a:cubicBezTo>
                    <a:cubicBezTo>
                      <a:pt x="411" y="1028"/>
                      <a:pt x="418" y="1030"/>
                      <a:pt x="425" y="1032"/>
                    </a:cubicBezTo>
                    <a:cubicBezTo>
                      <a:pt x="424" y="1046"/>
                      <a:pt x="422" y="1062"/>
                      <a:pt x="422" y="1065"/>
                    </a:cubicBezTo>
                    <a:cubicBezTo>
                      <a:pt x="421" y="1068"/>
                      <a:pt x="422" y="1071"/>
                      <a:pt x="424" y="1073"/>
                    </a:cubicBezTo>
                    <a:cubicBezTo>
                      <a:pt x="426" y="1075"/>
                      <a:pt x="428" y="1077"/>
                      <a:pt x="431" y="1078"/>
                    </a:cubicBezTo>
                    <a:cubicBezTo>
                      <a:pt x="434" y="1078"/>
                      <a:pt x="437" y="1078"/>
                      <a:pt x="439" y="1076"/>
                    </a:cubicBezTo>
                    <a:cubicBezTo>
                      <a:pt x="442" y="1075"/>
                      <a:pt x="444" y="1073"/>
                      <a:pt x="445" y="1070"/>
                    </a:cubicBezTo>
                    <a:cubicBezTo>
                      <a:pt x="446" y="1067"/>
                      <a:pt x="450" y="1052"/>
                      <a:pt x="455" y="1038"/>
                    </a:cubicBezTo>
                    <a:cubicBezTo>
                      <a:pt x="462" y="1039"/>
                      <a:pt x="469" y="1040"/>
                      <a:pt x="477" y="1041"/>
                    </a:cubicBezTo>
                    <a:cubicBezTo>
                      <a:pt x="477" y="1056"/>
                      <a:pt x="477" y="1072"/>
                      <a:pt x="477" y="1075"/>
                    </a:cubicBezTo>
                    <a:cubicBezTo>
                      <a:pt x="477" y="1078"/>
                      <a:pt x="478" y="1081"/>
                      <a:pt x="480" y="1083"/>
                    </a:cubicBezTo>
                    <a:cubicBezTo>
                      <a:pt x="482" y="1085"/>
                      <a:pt x="484" y="1086"/>
                      <a:pt x="487" y="1087"/>
                    </a:cubicBezTo>
                    <a:cubicBezTo>
                      <a:pt x="490" y="1087"/>
                      <a:pt x="493" y="1086"/>
                      <a:pt x="495" y="1085"/>
                    </a:cubicBezTo>
                    <a:cubicBezTo>
                      <a:pt x="497" y="1083"/>
                      <a:pt x="499" y="1081"/>
                      <a:pt x="500" y="1078"/>
                    </a:cubicBezTo>
                    <a:cubicBezTo>
                      <a:pt x="501" y="1074"/>
                      <a:pt x="504" y="1059"/>
                      <a:pt x="507" y="1045"/>
                    </a:cubicBezTo>
                    <a:cubicBezTo>
                      <a:pt x="514" y="1045"/>
                      <a:pt x="522" y="1045"/>
                      <a:pt x="529" y="1046"/>
                    </a:cubicBezTo>
                    <a:cubicBezTo>
                      <a:pt x="530" y="1060"/>
                      <a:pt x="532" y="1076"/>
                      <a:pt x="532" y="1079"/>
                    </a:cubicBezTo>
                    <a:cubicBezTo>
                      <a:pt x="533" y="1082"/>
                      <a:pt x="534" y="1085"/>
                      <a:pt x="536" y="1087"/>
                    </a:cubicBezTo>
                    <a:cubicBezTo>
                      <a:pt x="538" y="1089"/>
                      <a:pt x="541" y="1090"/>
                      <a:pt x="544" y="1090"/>
                    </a:cubicBezTo>
                    <a:cubicBezTo>
                      <a:pt x="547" y="1090"/>
                      <a:pt x="550" y="1088"/>
                      <a:pt x="552" y="1087"/>
                    </a:cubicBezTo>
                    <a:cubicBezTo>
                      <a:pt x="554" y="1085"/>
                      <a:pt x="555" y="1082"/>
                      <a:pt x="556" y="1079"/>
                    </a:cubicBezTo>
                    <a:cubicBezTo>
                      <a:pt x="556" y="1076"/>
                      <a:pt x="558" y="1060"/>
                      <a:pt x="559" y="1046"/>
                    </a:cubicBezTo>
                    <a:cubicBezTo>
                      <a:pt x="566" y="1045"/>
                      <a:pt x="574" y="1045"/>
                      <a:pt x="581" y="1045"/>
                    </a:cubicBezTo>
                    <a:cubicBezTo>
                      <a:pt x="584" y="1059"/>
                      <a:pt x="587" y="1074"/>
                      <a:pt x="588" y="1078"/>
                    </a:cubicBezTo>
                    <a:cubicBezTo>
                      <a:pt x="589" y="1081"/>
                      <a:pt x="590" y="1083"/>
                      <a:pt x="593" y="1085"/>
                    </a:cubicBezTo>
                    <a:cubicBezTo>
                      <a:pt x="595" y="1086"/>
                      <a:pt x="598" y="1087"/>
                      <a:pt x="601" y="1087"/>
                    </a:cubicBezTo>
                    <a:cubicBezTo>
                      <a:pt x="604" y="1086"/>
                      <a:pt x="606" y="1085"/>
                      <a:pt x="608" y="1083"/>
                    </a:cubicBezTo>
                    <a:cubicBezTo>
                      <a:pt x="610" y="1081"/>
                      <a:pt x="611" y="1078"/>
                      <a:pt x="611" y="1075"/>
                    </a:cubicBezTo>
                    <a:cubicBezTo>
                      <a:pt x="611" y="1072"/>
                      <a:pt x="611" y="1056"/>
                      <a:pt x="611" y="1041"/>
                    </a:cubicBezTo>
                    <a:cubicBezTo>
                      <a:pt x="619" y="1040"/>
                      <a:pt x="626" y="1039"/>
                      <a:pt x="633" y="1038"/>
                    </a:cubicBezTo>
                    <a:cubicBezTo>
                      <a:pt x="638" y="1052"/>
                      <a:pt x="642" y="1067"/>
                      <a:pt x="643" y="1070"/>
                    </a:cubicBezTo>
                    <a:cubicBezTo>
                      <a:pt x="644" y="1073"/>
                      <a:pt x="646" y="1075"/>
                      <a:pt x="649" y="1076"/>
                    </a:cubicBezTo>
                    <a:cubicBezTo>
                      <a:pt x="651" y="1078"/>
                      <a:pt x="654" y="1078"/>
                      <a:pt x="657" y="1078"/>
                    </a:cubicBezTo>
                    <a:cubicBezTo>
                      <a:pt x="660" y="1077"/>
                      <a:pt x="662" y="1075"/>
                      <a:pt x="664" y="1073"/>
                    </a:cubicBezTo>
                    <a:cubicBezTo>
                      <a:pt x="666" y="1071"/>
                      <a:pt x="667" y="1068"/>
                      <a:pt x="666" y="1065"/>
                    </a:cubicBezTo>
                    <a:cubicBezTo>
                      <a:pt x="666" y="1062"/>
                      <a:pt x="664" y="1046"/>
                      <a:pt x="663" y="1032"/>
                    </a:cubicBezTo>
                    <a:cubicBezTo>
                      <a:pt x="670" y="1030"/>
                      <a:pt x="677" y="1028"/>
                      <a:pt x="684" y="1026"/>
                    </a:cubicBezTo>
                    <a:cubicBezTo>
                      <a:pt x="690" y="1039"/>
                      <a:pt x="696" y="1054"/>
                      <a:pt x="698" y="1057"/>
                    </a:cubicBezTo>
                    <a:cubicBezTo>
                      <a:pt x="699" y="1060"/>
                      <a:pt x="701" y="1062"/>
                      <a:pt x="704" y="1063"/>
                    </a:cubicBezTo>
                    <a:cubicBezTo>
                      <a:pt x="706" y="1064"/>
                      <a:pt x="709" y="1064"/>
                      <a:pt x="712" y="1063"/>
                    </a:cubicBezTo>
                    <a:cubicBezTo>
                      <a:pt x="715" y="1062"/>
                      <a:pt x="717" y="1060"/>
                      <a:pt x="719" y="1058"/>
                    </a:cubicBezTo>
                    <a:cubicBezTo>
                      <a:pt x="720" y="1055"/>
                      <a:pt x="721" y="1052"/>
                      <a:pt x="720" y="1050"/>
                    </a:cubicBezTo>
                    <a:cubicBezTo>
                      <a:pt x="719" y="1046"/>
                      <a:pt x="716" y="1031"/>
                      <a:pt x="713" y="1017"/>
                    </a:cubicBezTo>
                    <a:cubicBezTo>
                      <a:pt x="720" y="1014"/>
                      <a:pt x="727" y="1011"/>
                      <a:pt x="734" y="1009"/>
                    </a:cubicBezTo>
                    <a:cubicBezTo>
                      <a:pt x="741" y="1021"/>
                      <a:pt x="749" y="1035"/>
                      <a:pt x="750" y="1038"/>
                    </a:cubicBezTo>
                    <a:cubicBezTo>
                      <a:pt x="752" y="1041"/>
                      <a:pt x="754" y="1042"/>
                      <a:pt x="757" y="1043"/>
                    </a:cubicBezTo>
                    <a:cubicBezTo>
                      <a:pt x="760" y="1044"/>
                      <a:pt x="762" y="1044"/>
                      <a:pt x="765" y="1042"/>
                    </a:cubicBezTo>
                    <a:cubicBezTo>
                      <a:pt x="768" y="1041"/>
                      <a:pt x="770" y="1039"/>
                      <a:pt x="771" y="1037"/>
                    </a:cubicBezTo>
                    <a:cubicBezTo>
                      <a:pt x="772" y="1034"/>
                      <a:pt x="773" y="1031"/>
                      <a:pt x="772" y="1028"/>
                    </a:cubicBezTo>
                    <a:cubicBezTo>
                      <a:pt x="771" y="1025"/>
                      <a:pt x="766" y="1010"/>
                      <a:pt x="761" y="996"/>
                    </a:cubicBezTo>
                    <a:cubicBezTo>
                      <a:pt x="768" y="993"/>
                      <a:pt x="774" y="990"/>
                      <a:pt x="781" y="986"/>
                    </a:cubicBezTo>
                    <a:cubicBezTo>
                      <a:pt x="790" y="998"/>
                      <a:pt x="799" y="1011"/>
                      <a:pt x="801" y="1014"/>
                    </a:cubicBezTo>
                    <a:cubicBezTo>
                      <a:pt x="802" y="1016"/>
                      <a:pt x="805" y="1018"/>
                      <a:pt x="808" y="1018"/>
                    </a:cubicBezTo>
                    <a:cubicBezTo>
                      <a:pt x="810" y="1019"/>
                      <a:pt x="813" y="1018"/>
                      <a:pt x="816" y="1017"/>
                    </a:cubicBezTo>
                    <a:cubicBezTo>
                      <a:pt x="818" y="1015"/>
                      <a:pt x="820" y="1013"/>
                      <a:pt x="821" y="1010"/>
                    </a:cubicBezTo>
                    <a:cubicBezTo>
                      <a:pt x="822" y="1008"/>
                      <a:pt x="822" y="1005"/>
                      <a:pt x="821" y="1002"/>
                    </a:cubicBezTo>
                    <a:cubicBezTo>
                      <a:pt x="820" y="999"/>
                      <a:pt x="813" y="984"/>
                      <a:pt x="807" y="971"/>
                    </a:cubicBezTo>
                    <a:cubicBezTo>
                      <a:pt x="813" y="967"/>
                      <a:pt x="820" y="963"/>
                      <a:pt x="826" y="959"/>
                    </a:cubicBezTo>
                    <a:cubicBezTo>
                      <a:pt x="835" y="970"/>
                      <a:pt x="846" y="982"/>
                      <a:pt x="848" y="984"/>
                    </a:cubicBezTo>
                    <a:cubicBezTo>
                      <a:pt x="850" y="986"/>
                      <a:pt x="853" y="988"/>
                      <a:pt x="856" y="988"/>
                    </a:cubicBezTo>
                    <a:cubicBezTo>
                      <a:pt x="858" y="988"/>
                      <a:pt x="861" y="987"/>
                      <a:pt x="864" y="986"/>
                    </a:cubicBezTo>
                    <a:cubicBezTo>
                      <a:pt x="866" y="984"/>
                      <a:pt x="868" y="981"/>
                      <a:pt x="868" y="979"/>
                    </a:cubicBezTo>
                    <a:cubicBezTo>
                      <a:pt x="869" y="976"/>
                      <a:pt x="869" y="973"/>
                      <a:pt x="867" y="970"/>
                    </a:cubicBezTo>
                    <a:cubicBezTo>
                      <a:pt x="865" y="968"/>
                      <a:pt x="857" y="954"/>
                      <a:pt x="850" y="941"/>
                    </a:cubicBezTo>
                    <a:cubicBezTo>
                      <a:pt x="856" y="937"/>
                      <a:pt x="862" y="932"/>
                      <a:pt x="867" y="927"/>
                    </a:cubicBezTo>
                    <a:cubicBezTo>
                      <a:pt x="878" y="937"/>
                      <a:pt x="890" y="948"/>
                      <a:pt x="892" y="950"/>
                    </a:cubicBezTo>
                    <a:cubicBezTo>
                      <a:pt x="894" y="952"/>
                      <a:pt x="897" y="953"/>
                      <a:pt x="900" y="953"/>
                    </a:cubicBezTo>
                    <a:cubicBezTo>
                      <a:pt x="903" y="953"/>
                      <a:pt x="906" y="952"/>
                      <a:pt x="908" y="950"/>
                    </a:cubicBezTo>
                    <a:cubicBezTo>
                      <a:pt x="910" y="948"/>
                      <a:pt x="911" y="945"/>
                      <a:pt x="912" y="942"/>
                    </a:cubicBezTo>
                    <a:cubicBezTo>
                      <a:pt x="912" y="940"/>
                      <a:pt x="911" y="937"/>
                      <a:pt x="910" y="934"/>
                    </a:cubicBezTo>
                    <a:cubicBezTo>
                      <a:pt x="908" y="932"/>
                      <a:pt x="898" y="919"/>
                      <a:pt x="890" y="907"/>
                    </a:cubicBezTo>
                    <a:cubicBezTo>
                      <a:pt x="895" y="902"/>
                      <a:pt x="900" y="897"/>
                      <a:pt x="905" y="891"/>
                    </a:cubicBezTo>
                    <a:cubicBezTo>
                      <a:pt x="917" y="900"/>
                      <a:pt x="930" y="909"/>
                      <a:pt x="933" y="911"/>
                    </a:cubicBezTo>
                    <a:cubicBezTo>
                      <a:pt x="935" y="913"/>
                      <a:pt x="938" y="914"/>
                      <a:pt x="941" y="913"/>
                    </a:cubicBezTo>
                    <a:cubicBezTo>
                      <a:pt x="943" y="913"/>
                      <a:pt x="946" y="912"/>
                      <a:pt x="948" y="909"/>
                    </a:cubicBezTo>
                    <a:cubicBezTo>
                      <a:pt x="950" y="907"/>
                      <a:pt x="951" y="904"/>
                      <a:pt x="951" y="902"/>
                    </a:cubicBezTo>
                    <a:cubicBezTo>
                      <a:pt x="951" y="899"/>
                      <a:pt x="950" y="896"/>
                      <a:pt x="948" y="894"/>
                    </a:cubicBezTo>
                    <a:cubicBezTo>
                      <a:pt x="946" y="891"/>
                      <a:pt x="935" y="880"/>
                      <a:pt x="925" y="869"/>
                    </a:cubicBezTo>
                    <a:cubicBezTo>
                      <a:pt x="930" y="863"/>
                      <a:pt x="935" y="857"/>
                      <a:pt x="940" y="851"/>
                    </a:cubicBezTo>
                    <a:cubicBezTo>
                      <a:pt x="952" y="859"/>
                      <a:pt x="966" y="867"/>
                      <a:pt x="969" y="869"/>
                    </a:cubicBezTo>
                    <a:cubicBezTo>
                      <a:pt x="971" y="870"/>
                      <a:pt x="974" y="870"/>
                      <a:pt x="977" y="870"/>
                    </a:cubicBezTo>
                    <a:cubicBezTo>
                      <a:pt x="980" y="869"/>
                      <a:pt x="982" y="867"/>
                      <a:pt x="984" y="865"/>
                    </a:cubicBezTo>
                    <a:cubicBezTo>
                      <a:pt x="986" y="863"/>
                      <a:pt x="986" y="860"/>
                      <a:pt x="986" y="857"/>
                    </a:cubicBezTo>
                    <a:cubicBezTo>
                      <a:pt x="986" y="854"/>
                      <a:pt x="985" y="852"/>
                      <a:pt x="983" y="850"/>
                    </a:cubicBezTo>
                    <a:cubicBezTo>
                      <a:pt x="980" y="847"/>
                      <a:pt x="968" y="837"/>
                      <a:pt x="957" y="827"/>
                    </a:cubicBezTo>
                    <a:cubicBezTo>
                      <a:pt x="961" y="821"/>
                      <a:pt x="966" y="815"/>
                      <a:pt x="969" y="808"/>
                    </a:cubicBezTo>
                    <a:cubicBezTo>
                      <a:pt x="983" y="814"/>
                      <a:pt x="997" y="821"/>
                      <a:pt x="1000" y="822"/>
                    </a:cubicBezTo>
                    <a:cubicBezTo>
                      <a:pt x="1003" y="824"/>
                      <a:pt x="1006" y="824"/>
                      <a:pt x="1008" y="823"/>
                    </a:cubicBezTo>
                    <a:cubicBezTo>
                      <a:pt x="1011" y="822"/>
                      <a:pt x="1013" y="820"/>
                      <a:pt x="1015" y="817"/>
                    </a:cubicBezTo>
                    <a:cubicBezTo>
                      <a:pt x="1016" y="815"/>
                      <a:pt x="1017" y="812"/>
                      <a:pt x="1016" y="809"/>
                    </a:cubicBezTo>
                    <a:cubicBezTo>
                      <a:pt x="1016" y="806"/>
                      <a:pt x="1014" y="804"/>
                      <a:pt x="1012" y="802"/>
                    </a:cubicBezTo>
                    <a:cubicBezTo>
                      <a:pt x="1009" y="800"/>
                      <a:pt x="996" y="791"/>
                      <a:pt x="984" y="782"/>
                    </a:cubicBezTo>
                    <a:cubicBezTo>
                      <a:pt x="988" y="776"/>
                      <a:pt x="991" y="769"/>
                      <a:pt x="995" y="762"/>
                    </a:cubicBezTo>
                    <a:cubicBezTo>
                      <a:pt x="1009" y="767"/>
                      <a:pt x="1024" y="772"/>
                      <a:pt x="1027" y="773"/>
                    </a:cubicBezTo>
                    <a:cubicBezTo>
                      <a:pt x="1029" y="774"/>
                      <a:pt x="1032" y="774"/>
                      <a:pt x="1035" y="772"/>
                    </a:cubicBezTo>
                    <a:cubicBezTo>
                      <a:pt x="1037" y="771"/>
                      <a:pt x="1039" y="769"/>
                      <a:pt x="1041" y="766"/>
                    </a:cubicBezTo>
                    <a:cubicBezTo>
                      <a:pt x="1042" y="764"/>
                      <a:pt x="1042" y="761"/>
                      <a:pt x="1041" y="758"/>
                    </a:cubicBezTo>
                    <a:cubicBezTo>
                      <a:pt x="1040" y="755"/>
                      <a:pt x="1039" y="753"/>
                      <a:pt x="1036" y="752"/>
                    </a:cubicBezTo>
                    <a:cubicBezTo>
                      <a:pt x="1033" y="750"/>
                      <a:pt x="1020" y="742"/>
                      <a:pt x="1007" y="735"/>
                    </a:cubicBezTo>
                    <a:cubicBezTo>
                      <a:pt x="1010" y="728"/>
                      <a:pt x="1012" y="721"/>
                      <a:pt x="1015" y="714"/>
                    </a:cubicBezTo>
                    <a:cubicBezTo>
                      <a:pt x="1029" y="717"/>
                      <a:pt x="1045" y="721"/>
                      <a:pt x="1048" y="721"/>
                    </a:cubicBezTo>
                    <a:cubicBezTo>
                      <a:pt x="1051" y="722"/>
                      <a:pt x="1054" y="721"/>
                      <a:pt x="1056" y="720"/>
                    </a:cubicBezTo>
                    <a:cubicBezTo>
                      <a:pt x="1058" y="718"/>
                      <a:pt x="1060" y="716"/>
                      <a:pt x="1061" y="713"/>
                    </a:cubicBezTo>
                    <a:cubicBezTo>
                      <a:pt x="1062" y="710"/>
                      <a:pt x="1062" y="707"/>
                      <a:pt x="1061" y="705"/>
                    </a:cubicBezTo>
                    <a:cubicBezTo>
                      <a:pt x="1060" y="702"/>
                      <a:pt x="1058" y="700"/>
                      <a:pt x="1055" y="699"/>
                    </a:cubicBezTo>
                    <a:cubicBezTo>
                      <a:pt x="1052" y="698"/>
                      <a:pt x="1037" y="691"/>
                      <a:pt x="1024" y="686"/>
                    </a:cubicBezTo>
                    <a:cubicBezTo>
                      <a:pt x="1026" y="678"/>
                      <a:pt x="1028" y="671"/>
                      <a:pt x="1030" y="664"/>
                    </a:cubicBezTo>
                    <a:cubicBezTo>
                      <a:pt x="1044" y="665"/>
                      <a:pt x="1060" y="667"/>
                      <a:pt x="1063" y="668"/>
                    </a:cubicBezTo>
                    <a:cubicBezTo>
                      <a:pt x="1066" y="668"/>
                      <a:pt x="1069" y="667"/>
                      <a:pt x="1071" y="665"/>
                    </a:cubicBezTo>
                    <a:cubicBezTo>
                      <a:pt x="1074" y="664"/>
                      <a:pt x="1075" y="661"/>
                      <a:pt x="1076" y="658"/>
                    </a:cubicBezTo>
                    <a:cubicBezTo>
                      <a:pt x="1076" y="655"/>
                      <a:pt x="1076" y="652"/>
                      <a:pt x="1075" y="650"/>
                    </a:cubicBezTo>
                    <a:cubicBezTo>
                      <a:pt x="1073" y="647"/>
                      <a:pt x="1071" y="645"/>
                      <a:pt x="1068" y="645"/>
                    </a:cubicBezTo>
                    <a:cubicBezTo>
                      <a:pt x="1065" y="644"/>
                      <a:pt x="1050" y="639"/>
                      <a:pt x="1036" y="634"/>
                    </a:cubicBezTo>
                    <a:cubicBezTo>
                      <a:pt x="1037" y="627"/>
                      <a:pt x="1039" y="620"/>
                      <a:pt x="1040" y="612"/>
                    </a:cubicBezTo>
                    <a:cubicBezTo>
                      <a:pt x="1054" y="612"/>
                      <a:pt x="1070" y="612"/>
                      <a:pt x="1073" y="612"/>
                    </a:cubicBezTo>
                    <a:cubicBezTo>
                      <a:pt x="1076" y="613"/>
                      <a:pt x="1079" y="611"/>
                      <a:pt x="1081" y="609"/>
                    </a:cubicBezTo>
                    <a:cubicBezTo>
                      <a:pt x="1083" y="607"/>
                      <a:pt x="1084" y="605"/>
                      <a:pt x="1085" y="602"/>
                    </a:cubicBezTo>
                    <a:cubicBezTo>
                      <a:pt x="1085" y="599"/>
                      <a:pt x="1084" y="596"/>
                      <a:pt x="1083" y="594"/>
                    </a:cubicBezTo>
                    <a:cubicBezTo>
                      <a:pt x="1081" y="591"/>
                      <a:pt x="1079" y="590"/>
                      <a:pt x="1076" y="589"/>
                    </a:cubicBezTo>
                    <a:cubicBezTo>
                      <a:pt x="1073" y="588"/>
                      <a:pt x="1057" y="585"/>
                      <a:pt x="1043" y="582"/>
                    </a:cubicBezTo>
                    <a:cubicBezTo>
                      <a:pt x="1043" y="575"/>
                      <a:pt x="1044" y="567"/>
                      <a:pt x="1044" y="560"/>
                    </a:cubicBezTo>
                    <a:cubicBezTo>
                      <a:pt x="1058" y="558"/>
                      <a:pt x="1074" y="557"/>
                      <a:pt x="1078" y="557"/>
                    </a:cubicBezTo>
                    <a:close/>
                    <a:moveTo>
                      <a:pt x="544" y="979"/>
                    </a:moveTo>
                    <a:cubicBezTo>
                      <a:pt x="305" y="979"/>
                      <a:pt x="111" y="785"/>
                      <a:pt x="111" y="545"/>
                    </a:cubicBezTo>
                    <a:cubicBezTo>
                      <a:pt x="111" y="305"/>
                      <a:pt x="305" y="111"/>
                      <a:pt x="544" y="111"/>
                    </a:cubicBezTo>
                    <a:cubicBezTo>
                      <a:pt x="783" y="111"/>
                      <a:pt x="977" y="305"/>
                      <a:pt x="977" y="545"/>
                    </a:cubicBezTo>
                    <a:cubicBezTo>
                      <a:pt x="977" y="785"/>
                      <a:pt x="783" y="979"/>
                      <a:pt x="544" y="9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C886256C-E89C-D2C0-7DAE-A8BF583E1BA5}"/>
                  </a:ext>
                </a:extLst>
              </p:cNvPr>
              <p:cNvSpPr/>
              <p:nvPr/>
            </p:nvSpPr>
            <p:spPr bwMode="auto">
              <a:xfrm>
                <a:off x="5385190" y="201587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1" name="Freeform 11">
                <a:extLst>
                  <a:ext uri="{FF2B5EF4-FFF2-40B4-BE49-F238E27FC236}">
                    <a16:creationId xmlns:a16="http://schemas.microsoft.com/office/drawing/2014/main" id="{CE914C77-F1C7-A1CB-55D8-F893E9354967}"/>
                  </a:ext>
                </a:extLst>
              </p:cNvPr>
              <p:cNvSpPr/>
              <p:nvPr/>
            </p:nvSpPr>
            <p:spPr bwMode="auto">
              <a:xfrm>
                <a:off x="5753083" y="1820146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88F2B1B4-755C-10E3-7929-AD5565FE49B6}"/>
                  </a:ext>
                </a:extLst>
              </p:cNvPr>
              <p:cNvSpPr/>
              <p:nvPr/>
            </p:nvSpPr>
            <p:spPr bwMode="auto">
              <a:xfrm>
                <a:off x="7055939" y="210474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3" name="Freeform 11">
                <a:extLst>
                  <a:ext uri="{FF2B5EF4-FFF2-40B4-BE49-F238E27FC236}">
                    <a16:creationId xmlns:a16="http://schemas.microsoft.com/office/drawing/2014/main" id="{FBABD240-7637-1318-F928-DA15D4D2A2E5}"/>
                  </a:ext>
                </a:extLst>
              </p:cNvPr>
              <p:cNvSpPr/>
              <p:nvPr/>
            </p:nvSpPr>
            <p:spPr bwMode="auto">
              <a:xfrm>
                <a:off x="6123055" y="297661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D620EC7B-33D0-2C8E-3AEB-7EDE0435163D}"/>
                  </a:ext>
                </a:extLst>
              </p:cNvPr>
              <p:cNvSpPr/>
              <p:nvPr/>
            </p:nvSpPr>
            <p:spPr bwMode="auto">
              <a:xfrm>
                <a:off x="5669789" y="257238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D7386DB5-68A3-3321-E3AF-5C3EFBFF617E}"/>
                  </a:ext>
                </a:extLst>
              </p:cNvPr>
              <p:cNvSpPr/>
              <p:nvPr/>
            </p:nvSpPr>
            <p:spPr bwMode="auto">
              <a:xfrm>
                <a:off x="6818952" y="281632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6" name="Freeform 11">
                <a:extLst>
                  <a:ext uri="{FF2B5EF4-FFF2-40B4-BE49-F238E27FC236}">
                    <a16:creationId xmlns:a16="http://schemas.microsoft.com/office/drawing/2014/main" id="{58CE1BCF-C8DF-F10F-C78C-AE52E211B9C4}"/>
                  </a:ext>
                </a:extLst>
              </p:cNvPr>
              <p:cNvSpPr/>
              <p:nvPr/>
            </p:nvSpPr>
            <p:spPr bwMode="auto">
              <a:xfrm>
                <a:off x="7028349" y="244688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id="{4CABA121-2379-337E-2733-0EDDE04AD4FD}"/>
                  </a:ext>
                </a:extLst>
              </p:cNvPr>
              <p:cNvSpPr/>
              <p:nvPr/>
            </p:nvSpPr>
            <p:spPr bwMode="auto">
              <a:xfrm>
                <a:off x="5126638" y="2333999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4C0D0184-F4FD-5C86-0AAB-C9F2DCD9EAD2}"/>
                  </a:ext>
                </a:extLst>
              </p:cNvPr>
              <p:cNvSpPr/>
              <p:nvPr/>
            </p:nvSpPr>
            <p:spPr bwMode="auto">
              <a:xfrm>
                <a:off x="4960397" y="274988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9" name="Freeform 11">
                <a:extLst>
                  <a:ext uri="{FF2B5EF4-FFF2-40B4-BE49-F238E27FC236}">
                    <a16:creationId xmlns:a16="http://schemas.microsoft.com/office/drawing/2014/main" id="{28BA8109-FB41-749A-AC1D-4F094FC22615}"/>
                  </a:ext>
                </a:extLst>
              </p:cNvPr>
              <p:cNvSpPr/>
              <p:nvPr/>
            </p:nvSpPr>
            <p:spPr bwMode="auto">
              <a:xfrm>
                <a:off x="5255724" y="2572380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0" name="Freeform 11">
                <a:extLst>
                  <a:ext uri="{FF2B5EF4-FFF2-40B4-BE49-F238E27FC236}">
                    <a16:creationId xmlns:a16="http://schemas.microsoft.com/office/drawing/2014/main" id="{B9F6967E-DC3C-708A-5F9F-A2C87758ADB2}"/>
                  </a:ext>
                </a:extLst>
              </p:cNvPr>
              <p:cNvSpPr/>
              <p:nvPr/>
            </p:nvSpPr>
            <p:spPr bwMode="auto">
              <a:xfrm>
                <a:off x="7348826" y="244688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C078165A-5255-4299-EB69-1FAC0C3DBEC3}"/>
                  </a:ext>
                </a:extLst>
              </p:cNvPr>
              <p:cNvSpPr/>
              <p:nvPr/>
            </p:nvSpPr>
            <p:spPr bwMode="auto">
              <a:xfrm>
                <a:off x="7351622" y="339836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71926944-8CFB-92A6-2301-04D90DDAC151}"/>
                  </a:ext>
                </a:extLst>
              </p:cNvPr>
              <p:cNvSpPr/>
              <p:nvPr/>
            </p:nvSpPr>
            <p:spPr bwMode="auto">
              <a:xfrm>
                <a:off x="7450655" y="299843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1AEF2EFD-91B0-C953-0807-786E612FD0FD}"/>
                  </a:ext>
                </a:extLst>
              </p:cNvPr>
              <p:cNvSpPr/>
              <p:nvPr/>
            </p:nvSpPr>
            <p:spPr bwMode="auto">
              <a:xfrm>
                <a:off x="5384604" y="3883891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1A24BC4D-FB70-C184-17E0-44C6B726533B}"/>
                  </a:ext>
                </a:extLst>
              </p:cNvPr>
              <p:cNvSpPr/>
              <p:nvPr/>
            </p:nvSpPr>
            <p:spPr bwMode="auto">
              <a:xfrm>
                <a:off x="5506513" y="423339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C5450203-E190-C51E-BD42-D53894F1225C}"/>
                  </a:ext>
                </a:extLst>
              </p:cNvPr>
              <p:cNvSpPr/>
              <p:nvPr/>
            </p:nvSpPr>
            <p:spPr bwMode="auto">
              <a:xfrm>
                <a:off x="6335621" y="4902072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6" name="Freeform 11">
                <a:extLst>
                  <a:ext uri="{FF2B5EF4-FFF2-40B4-BE49-F238E27FC236}">
                    <a16:creationId xmlns:a16="http://schemas.microsoft.com/office/drawing/2014/main" id="{EE0B562F-2A9C-5D3A-8B60-617B98DD0701}"/>
                  </a:ext>
                </a:extLst>
              </p:cNvPr>
              <p:cNvSpPr/>
              <p:nvPr/>
            </p:nvSpPr>
            <p:spPr bwMode="auto">
              <a:xfrm>
                <a:off x="6466656" y="424811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DAD3B9EA-3D40-701F-991C-718DAD024642}"/>
                  </a:ext>
                </a:extLst>
              </p:cNvPr>
              <p:cNvSpPr/>
              <p:nvPr/>
            </p:nvSpPr>
            <p:spPr bwMode="auto">
              <a:xfrm>
                <a:off x="6899263" y="4255673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DE49A4C6-4DDC-813A-A4D8-10219B0BBD7A}"/>
                  </a:ext>
                </a:extLst>
              </p:cNvPr>
              <p:cNvSpPr/>
              <p:nvPr/>
            </p:nvSpPr>
            <p:spPr bwMode="auto">
              <a:xfrm>
                <a:off x="6746432" y="4736484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9" name="Freeform 11">
                <a:extLst>
                  <a:ext uri="{FF2B5EF4-FFF2-40B4-BE49-F238E27FC236}">
                    <a16:creationId xmlns:a16="http://schemas.microsoft.com/office/drawing/2014/main" id="{057EDFF9-123B-262A-13EA-42FDF51366E2}"/>
                  </a:ext>
                </a:extLst>
              </p:cNvPr>
              <p:cNvSpPr/>
              <p:nvPr/>
            </p:nvSpPr>
            <p:spPr bwMode="auto">
              <a:xfrm>
                <a:off x="7014877" y="4165278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0A13CDE4-5B4B-C643-A075-C6B94C89686D}"/>
                  </a:ext>
                </a:extLst>
              </p:cNvPr>
              <p:cNvSpPr/>
              <p:nvPr/>
            </p:nvSpPr>
            <p:spPr bwMode="auto">
              <a:xfrm>
                <a:off x="6976854" y="4392811"/>
                <a:ext cx="129085" cy="130486"/>
              </a:xfrm>
              <a:custGeom>
                <a:avLst/>
                <a:gdLst>
                  <a:gd name="T0" fmla="*/ 951 w 1064"/>
                  <a:gd name="T1" fmla="*/ 573 h 1077"/>
                  <a:gd name="T2" fmla="*/ 936 w 1064"/>
                  <a:gd name="T3" fmla="*/ 508 h 1077"/>
                  <a:gd name="T4" fmla="*/ 1041 w 1064"/>
                  <a:gd name="T5" fmla="*/ 479 h 1077"/>
                  <a:gd name="T6" fmla="*/ 982 w 1064"/>
                  <a:gd name="T7" fmla="*/ 424 h 1077"/>
                  <a:gd name="T8" fmla="*/ 902 w 1064"/>
                  <a:gd name="T9" fmla="*/ 371 h 1077"/>
                  <a:gd name="T10" fmla="*/ 990 w 1064"/>
                  <a:gd name="T11" fmla="*/ 308 h 1077"/>
                  <a:gd name="T12" fmla="*/ 915 w 1064"/>
                  <a:gd name="T13" fmla="*/ 276 h 1077"/>
                  <a:gd name="T14" fmla="*/ 822 w 1064"/>
                  <a:gd name="T15" fmla="*/ 255 h 1077"/>
                  <a:gd name="T16" fmla="*/ 884 w 1064"/>
                  <a:gd name="T17" fmla="*/ 165 h 1077"/>
                  <a:gd name="T18" fmla="*/ 803 w 1064"/>
                  <a:gd name="T19" fmla="*/ 161 h 1077"/>
                  <a:gd name="T20" fmla="*/ 708 w 1064"/>
                  <a:gd name="T21" fmla="*/ 172 h 1077"/>
                  <a:gd name="T22" fmla="*/ 735 w 1064"/>
                  <a:gd name="T23" fmla="*/ 67 h 1077"/>
                  <a:gd name="T24" fmla="*/ 658 w 1064"/>
                  <a:gd name="T25" fmla="*/ 91 h 1077"/>
                  <a:gd name="T26" fmla="*/ 572 w 1064"/>
                  <a:gd name="T27" fmla="*/ 134 h 1077"/>
                  <a:gd name="T28" fmla="*/ 562 w 1064"/>
                  <a:gd name="T29" fmla="*/ 26 h 1077"/>
                  <a:gd name="T30" fmla="*/ 497 w 1064"/>
                  <a:gd name="T31" fmla="*/ 75 h 1077"/>
                  <a:gd name="T32" fmla="*/ 432 w 1064"/>
                  <a:gd name="T33" fmla="*/ 144 h 1077"/>
                  <a:gd name="T34" fmla="*/ 385 w 1064"/>
                  <a:gd name="T35" fmla="*/ 46 h 1077"/>
                  <a:gd name="T36" fmla="*/ 341 w 1064"/>
                  <a:gd name="T37" fmla="*/ 115 h 1077"/>
                  <a:gd name="T38" fmla="*/ 303 w 1064"/>
                  <a:gd name="T39" fmla="*/ 203 h 1077"/>
                  <a:gd name="T40" fmla="*/ 226 w 1064"/>
                  <a:gd name="T41" fmla="*/ 126 h 1077"/>
                  <a:gd name="T42" fmla="*/ 208 w 1064"/>
                  <a:gd name="T43" fmla="*/ 206 h 1077"/>
                  <a:gd name="T44" fmla="*/ 203 w 1064"/>
                  <a:gd name="T45" fmla="*/ 301 h 1077"/>
                  <a:gd name="T46" fmla="*/ 104 w 1064"/>
                  <a:gd name="T47" fmla="*/ 256 h 1077"/>
                  <a:gd name="T48" fmla="*/ 114 w 1064"/>
                  <a:gd name="T49" fmla="*/ 337 h 1077"/>
                  <a:gd name="T50" fmla="*/ 142 w 1064"/>
                  <a:gd name="T51" fmla="*/ 428 h 1077"/>
                  <a:gd name="T52" fmla="*/ 33 w 1064"/>
                  <a:gd name="T53" fmla="*/ 420 h 1077"/>
                  <a:gd name="T54" fmla="*/ 70 w 1064"/>
                  <a:gd name="T55" fmla="*/ 492 h 1077"/>
                  <a:gd name="T56" fmla="*/ 126 w 1064"/>
                  <a:gd name="T57" fmla="*/ 538 h 1077"/>
                  <a:gd name="T58" fmla="*/ 70 w 1064"/>
                  <a:gd name="T59" fmla="*/ 585 h 1077"/>
                  <a:gd name="T60" fmla="*/ 33 w 1064"/>
                  <a:gd name="T61" fmla="*/ 657 h 1077"/>
                  <a:gd name="T62" fmla="*/ 142 w 1064"/>
                  <a:gd name="T63" fmla="*/ 648 h 1077"/>
                  <a:gd name="T64" fmla="*/ 114 w 1064"/>
                  <a:gd name="T65" fmla="*/ 740 h 1077"/>
                  <a:gd name="T66" fmla="*/ 104 w 1064"/>
                  <a:gd name="T67" fmla="*/ 821 h 1077"/>
                  <a:gd name="T68" fmla="*/ 203 w 1064"/>
                  <a:gd name="T69" fmla="*/ 775 h 1077"/>
                  <a:gd name="T70" fmla="*/ 208 w 1064"/>
                  <a:gd name="T71" fmla="*/ 871 h 1077"/>
                  <a:gd name="T72" fmla="*/ 226 w 1064"/>
                  <a:gd name="T73" fmla="*/ 950 h 1077"/>
                  <a:gd name="T74" fmla="*/ 303 w 1064"/>
                  <a:gd name="T75" fmla="*/ 874 h 1077"/>
                  <a:gd name="T76" fmla="*/ 341 w 1064"/>
                  <a:gd name="T77" fmla="*/ 962 h 1077"/>
                  <a:gd name="T78" fmla="*/ 385 w 1064"/>
                  <a:gd name="T79" fmla="*/ 1030 h 1077"/>
                  <a:gd name="T80" fmla="*/ 432 w 1064"/>
                  <a:gd name="T81" fmla="*/ 932 h 1077"/>
                  <a:gd name="T82" fmla="*/ 497 w 1064"/>
                  <a:gd name="T83" fmla="*/ 1002 h 1077"/>
                  <a:gd name="T84" fmla="*/ 562 w 1064"/>
                  <a:gd name="T85" fmla="*/ 1051 h 1077"/>
                  <a:gd name="T86" fmla="*/ 572 w 1064"/>
                  <a:gd name="T87" fmla="*/ 943 h 1077"/>
                  <a:gd name="T88" fmla="*/ 658 w 1064"/>
                  <a:gd name="T89" fmla="*/ 986 h 1077"/>
                  <a:gd name="T90" fmla="*/ 735 w 1064"/>
                  <a:gd name="T91" fmla="*/ 1010 h 1077"/>
                  <a:gd name="T92" fmla="*/ 708 w 1064"/>
                  <a:gd name="T93" fmla="*/ 905 h 1077"/>
                  <a:gd name="T94" fmla="*/ 803 w 1064"/>
                  <a:gd name="T95" fmla="*/ 916 h 1077"/>
                  <a:gd name="T96" fmla="*/ 884 w 1064"/>
                  <a:gd name="T97" fmla="*/ 911 h 1077"/>
                  <a:gd name="T98" fmla="*/ 822 w 1064"/>
                  <a:gd name="T99" fmla="*/ 822 h 1077"/>
                  <a:gd name="T100" fmla="*/ 915 w 1064"/>
                  <a:gd name="T101" fmla="*/ 800 h 1077"/>
                  <a:gd name="T102" fmla="*/ 990 w 1064"/>
                  <a:gd name="T103" fmla="*/ 768 h 1077"/>
                  <a:gd name="T104" fmla="*/ 902 w 1064"/>
                  <a:gd name="T105" fmla="*/ 705 h 1077"/>
                  <a:gd name="T106" fmla="*/ 982 w 1064"/>
                  <a:gd name="T107" fmla="*/ 653 h 1077"/>
                  <a:gd name="T108" fmla="*/ 1041 w 1064"/>
                  <a:gd name="T109" fmla="*/ 59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64" h="1077">
                    <a:moveTo>
                      <a:pt x="1041" y="598"/>
                    </a:moveTo>
                    <a:cubicBezTo>
                      <a:pt x="1024" y="593"/>
                      <a:pt x="1009" y="589"/>
                      <a:pt x="994" y="585"/>
                    </a:cubicBezTo>
                    <a:cubicBezTo>
                      <a:pt x="979" y="580"/>
                      <a:pt x="965" y="577"/>
                      <a:pt x="951" y="573"/>
                    </a:cubicBezTo>
                    <a:cubicBezTo>
                      <a:pt x="946" y="571"/>
                      <a:pt x="941" y="570"/>
                      <a:pt x="936" y="569"/>
                    </a:cubicBezTo>
                    <a:cubicBezTo>
                      <a:pt x="937" y="559"/>
                      <a:pt x="938" y="549"/>
                      <a:pt x="938" y="538"/>
                    </a:cubicBezTo>
                    <a:cubicBezTo>
                      <a:pt x="938" y="528"/>
                      <a:pt x="937" y="518"/>
                      <a:pt x="936" y="508"/>
                    </a:cubicBezTo>
                    <a:cubicBezTo>
                      <a:pt x="941" y="506"/>
                      <a:pt x="946" y="505"/>
                      <a:pt x="951" y="504"/>
                    </a:cubicBezTo>
                    <a:cubicBezTo>
                      <a:pt x="965" y="500"/>
                      <a:pt x="979" y="496"/>
                      <a:pt x="994" y="492"/>
                    </a:cubicBezTo>
                    <a:cubicBezTo>
                      <a:pt x="1009" y="488"/>
                      <a:pt x="1024" y="484"/>
                      <a:pt x="1041" y="479"/>
                    </a:cubicBezTo>
                    <a:cubicBezTo>
                      <a:pt x="1056" y="475"/>
                      <a:pt x="1064" y="460"/>
                      <a:pt x="1061" y="445"/>
                    </a:cubicBezTo>
                    <a:cubicBezTo>
                      <a:pt x="1059" y="430"/>
                      <a:pt x="1046" y="418"/>
                      <a:pt x="1031" y="420"/>
                    </a:cubicBezTo>
                    <a:cubicBezTo>
                      <a:pt x="1013" y="421"/>
                      <a:pt x="997" y="422"/>
                      <a:pt x="982" y="424"/>
                    </a:cubicBezTo>
                    <a:cubicBezTo>
                      <a:pt x="966" y="425"/>
                      <a:pt x="952" y="426"/>
                      <a:pt x="938" y="427"/>
                    </a:cubicBezTo>
                    <a:cubicBezTo>
                      <a:pt x="932" y="428"/>
                      <a:pt x="928" y="428"/>
                      <a:pt x="923" y="428"/>
                    </a:cubicBezTo>
                    <a:cubicBezTo>
                      <a:pt x="917" y="409"/>
                      <a:pt x="910" y="389"/>
                      <a:pt x="902" y="371"/>
                    </a:cubicBezTo>
                    <a:cubicBezTo>
                      <a:pt x="906" y="368"/>
                      <a:pt x="910" y="365"/>
                      <a:pt x="914" y="362"/>
                    </a:cubicBezTo>
                    <a:cubicBezTo>
                      <a:pt x="926" y="354"/>
                      <a:pt x="937" y="346"/>
                      <a:pt x="950" y="337"/>
                    </a:cubicBezTo>
                    <a:cubicBezTo>
                      <a:pt x="963" y="328"/>
                      <a:pt x="976" y="318"/>
                      <a:pt x="990" y="308"/>
                    </a:cubicBezTo>
                    <a:cubicBezTo>
                      <a:pt x="1002" y="299"/>
                      <a:pt x="1005" y="282"/>
                      <a:pt x="998" y="269"/>
                    </a:cubicBezTo>
                    <a:cubicBezTo>
                      <a:pt x="990" y="256"/>
                      <a:pt x="974" y="250"/>
                      <a:pt x="960" y="256"/>
                    </a:cubicBezTo>
                    <a:cubicBezTo>
                      <a:pt x="944" y="263"/>
                      <a:pt x="929" y="270"/>
                      <a:pt x="915" y="276"/>
                    </a:cubicBezTo>
                    <a:cubicBezTo>
                      <a:pt x="901" y="283"/>
                      <a:pt x="888" y="289"/>
                      <a:pt x="875" y="295"/>
                    </a:cubicBezTo>
                    <a:cubicBezTo>
                      <a:pt x="870" y="297"/>
                      <a:pt x="866" y="299"/>
                      <a:pt x="861" y="301"/>
                    </a:cubicBezTo>
                    <a:cubicBezTo>
                      <a:pt x="850" y="285"/>
                      <a:pt x="836" y="269"/>
                      <a:pt x="822" y="255"/>
                    </a:cubicBezTo>
                    <a:cubicBezTo>
                      <a:pt x="825" y="250"/>
                      <a:pt x="828" y="246"/>
                      <a:pt x="831" y="242"/>
                    </a:cubicBezTo>
                    <a:cubicBezTo>
                      <a:pt x="839" y="230"/>
                      <a:pt x="847" y="218"/>
                      <a:pt x="856" y="206"/>
                    </a:cubicBezTo>
                    <a:cubicBezTo>
                      <a:pt x="865" y="193"/>
                      <a:pt x="874" y="179"/>
                      <a:pt x="884" y="165"/>
                    </a:cubicBezTo>
                    <a:cubicBezTo>
                      <a:pt x="893" y="153"/>
                      <a:pt x="889" y="135"/>
                      <a:pt x="878" y="126"/>
                    </a:cubicBezTo>
                    <a:cubicBezTo>
                      <a:pt x="866" y="116"/>
                      <a:pt x="849" y="116"/>
                      <a:pt x="838" y="126"/>
                    </a:cubicBezTo>
                    <a:cubicBezTo>
                      <a:pt x="825" y="139"/>
                      <a:pt x="814" y="150"/>
                      <a:pt x="803" y="161"/>
                    </a:cubicBezTo>
                    <a:cubicBezTo>
                      <a:pt x="792" y="172"/>
                      <a:pt x="781" y="182"/>
                      <a:pt x="771" y="192"/>
                    </a:cubicBezTo>
                    <a:cubicBezTo>
                      <a:pt x="768" y="196"/>
                      <a:pt x="764" y="199"/>
                      <a:pt x="761" y="203"/>
                    </a:cubicBezTo>
                    <a:cubicBezTo>
                      <a:pt x="744" y="191"/>
                      <a:pt x="726" y="181"/>
                      <a:pt x="708" y="172"/>
                    </a:cubicBezTo>
                    <a:cubicBezTo>
                      <a:pt x="709" y="167"/>
                      <a:pt x="710" y="162"/>
                      <a:pt x="712" y="157"/>
                    </a:cubicBezTo>
                    <a:cubicBezTo>
                      <a:pt x="715" y="144"/>
                      <a:pt x="719" y="130"/>
                      <a:pt x="723" y="115"/>
                    </a:cubicBezTo>
                    <a:cubicBezTo>
                      <a:pt x="727" y="100"/>
                      <a:pt x="731" y="84"/>
                      <a:pt x="735" y="67"/>
                    </a:cubicBezTo>
                    <a:cubicBezTo>
                      <a:pt x="739" y="52"/>
                      <a:pt x="730" y="37"/>
                      <a:pt x="716" y="32"/>
                    </a:cubicBezTo>
                    <a:cubicBezTo>
                      <a:pt x="702" y="27"/>
                      <a:pt x="685" y="33"/>
                      <a:pt x="679" y="46"/>
                    </a:cubicBezTo>
                    <a:cubicBezTo>
                      <a:pt x="671" y="62"/>
                      <a:pt x="664" y="77"/>
                      <a:pt x="658" y="91"/>
                    </a:cubicBezTo>
                    <a:cubicBezTo>
                      <a:pt x="651" y="105"/>
                      <a:pt x="645" y="118"/>
                      <a:pt x="639" y="131"/>
                    </a:cubicBezTo>
                    <a:cubicBezTo>
                      <a:pt x="637" y="135"/>
                      <a:pt x="634" y="140"/>
                      <a:pt x="632" y="144"/>
                    </a:cubicBezTo>
                    <a:cubicBezTo>
                      <a:pt x="613" y="139"/>
                      <a:pt x="593" y="136"/>
                      <a:pt x="572" y="134"/>
                    </a:cubicBezTo>
                    <a:cubicBezTo>
                      <a:pt x="572" y="129"/>
                      <a:pt x="571" y="124"/>
                      <a:pt x="571" y="119"/>
                    </a:cubicBezTo>
                    <a:cubicBezTo>
                      <a:pt x="570" y="105"/>
                      <a:pt x="568" y="90"/>
                      <a:pt x="567" y="75"/>
                    </a:cubicBezTo>
                    <a:cubicBezTo>
                      <a:pt x="565" y="59"/>
                      <a:pt x="564" y="43"/>
                      <a:pt x="562" y="26"/>
                    </a:cubicBezTo>
                    <a:cubicBezTo>
                      <a:pt x="561" y="11"/>
                      <a:pt x="547" y="0"/>
                      <a:pt x="532" y="0"/>
                    </a:cubicBezTo>
                    <a:cubicBezTo>
                      <a:pt x="517" y="0"/>
                      <a:pt x="503" y="11"/>
                      <a:pt x="502" y="26"/>
                    </a:cubicBezTo>
                    <a:cubicBezTo>
                      <a:pt x="500" y="43"/>
                      <a:pt x="499" y="59"/>
                      <a:pt x="497" y="75"/>
                    </a:cubicBezTo>
                    <a:cubicBezTo>
                      <a:pt x="496" y="90"/>
                      <a:pt x="494" y="105"/>
                      <a:pt x="493" y="119"/>
                    </a:cubicBezTo>
                    <a:cubicBezTo>
                      <a:pt x="493" y="124"/>
                      <a:pt x="492" y="129"/>
                      <a:pt x="492" y="134"/>
                    </a:cubicBezTo>
                    <a:cubicBezTo>
                      <a:pt x="471" y="136"/>
                      <a:pt x="451" y="139"/>
                      <a:pt x="432" y="144"/>
                    </a:cubicBezTo>
                    <a:cubicBezTo>
                      <a:pt x="430" y="140"/>
                      <a:pt x="428" y="135"/>
                      <a:pt x="425" y="131"/>
                    </a:cubicBezTo>
                    <a:cubicBezTo>
                      <a:pt x="419" y="118"/>
                      <a:pt x="413" y="105"/>
                      <a:pt x="406" y="91"/>
                    </a:cubicBezTo>
                    <a:cubicBezTo>
                      <a:pt x="400" y="77"/>
                      <a:pt x="393" y="62"/>
                      <a:pt x="385" y="46"/>
                    </a:cubicBezTo>
                    <a:cubicBezTo>
                      <a:pt x="379" y="33"/>
                      <a:pt x="362" y="27"/>
                      <a:pt x="348" y="32"/>
                    </a:cubicBezTo>
                    <a:cubicBezTo>
                      <a:pt x="334" y="37"/>
                      <a:pt x="325" y="52"/>
                      <a:pt x="329" y="67"/>
                    </a:cubicBezTo>
                    <a:cubicBezTo>
                      <a:pt x="333" y="84"/>
                      <a:pt x="337" y="100"/>
                      <a:pt x="341" y="115"/>
                    </a:cubicBezTo>
                    <a:cubicBezTo>
                      <a:pt x="345" y="130"/>
                      <a:pt x="349" y="144"/>
                      <a:pt x="352" y="157"/>
                    </a:cubicBezTo>
                    <a:cubicBezTo>
                      <a:pt x="354" y="162"/>
                      <a:pt x="355" y="167"/>
                      <a:pt x="356" y="172"/>
                    </a:cubicBezTo>
                    <a:cubicBezTo>
                      <a:pt x="338" y="181"/>
                      <a:pt x="320" y="191"/>
                      <a:pt x="303" y="203"/>
                    </a:cubicBezTo>
                    <a:cubicBezTo>
                      <a:pt x="300" y="199"/>
                      <a:pt x="296" y="196"/>
                      <a:pt x="293" y="192"/>
                    </a:cubicBezTo>
                    <a:cubicBezTo>
                      <a:pt x="283" y="182"/>
                      <a:pt x="272" y="172"/>
                      <a:pt x="261" y="161"/>
                    </a:cubicBezTo>
                    <a:cubicBezTo>
                      <a:pt x="250" y="150"/>
                      <a:pt x="239" y="139"/>
                      <a:pt x="226" y="126"/>
                    </a:cubicBezTo>
                    <a:cubicBezTo>
                      <a:pt x="215" y="116"/>
                      <a:pt x="198" y="116"/>
                      <a:pt x="186" y="126"/>
                    </a:cubicBezTo>
                    <a:cubicBezTo>
                      <a:pt x="175" y="135"/>
                      <a:pt x="172" y="153"/>
                      <a:pt x="180" y="165"/>
                    </a:cubicBezTo>
                    <a:cubicBezTo>
                      <a:pt x="190" y="179"/>
                      <a:pt x="199" y="193"/>
                      <a:pt x="208" y="206"/>
                    </a:cubicBezTo>
                    <a:cubicBezTo>
                      <a:pt x="217" y="218"/>
                      <a:pt x="225" y="230"/>
                      <a:pt x="233" y="242"/>
                    </a:cubicBezTo>
                    <a:cubicBezTo>
                      <a:pt x="236" y="246"/>
                      <a:pt x="239" y="250"/>
                      <a:pt x="242" y="255"/>
                    </a:cubicBezTo>
                    <a:cubicBezTo>
                      <a:pt x="228" y="269"/>
                      <a:pt x="215" y="285"/>
                      <a:pt x="203" y="301"/>
                    </a:cubicBezTo>
                    <a:cubicBezTo>
                      <a:pt x="198" y="299"/>
                      <a:pt x="194" y="297"/>
                      <a:pt x="189" y="295"/>
                    </a:cubicBezTo>
                    <a:cubicBezTo>
                      <a:pt x="176" y="289"/>
                      <a:pt x="163" y="283"/>
                      <a:pt x="149" y="276"/>
                    </a:cubicBezTo>
                    <a:cubicBezTo>
                      <a:pt x="135" y="270"/>
                      <a:pt x="120" y="263"/>
                      <a:pt x="104" y="256"/>
                    </a:cubicBezTo>
                    <a:cubicBezTo>
                      <a:pt x="90" y="250"/>
                      <a:pt x="74" y="256"/>
                      <a:pt x="66" y="269"/>
                    </a:cubicBezTo>
                    <a:cubicBezTo>
                      <a:pt x="59" y="282"/>
                      <a:pt x="62" y="299"/>
                      <a:pt x="74" y="308"/>
                    </a:cubicBezTo>
                    <a:cubicBezTo>
                      <a:pt x="88" y="318"/>
                      <a:pt x="101" y="328"/>
                      <a:pt x="114" y="337"/>
                    </a:cubicBezTo>
                    <a:cubicBezTo>
                      <a:pt x="127" y="346"/>
                      <a:pt x="139" y="354"/>
                      <a:pt x="150" y="362"/>
                    </a:cubicBezTo>
                    <a:cubicBezTo>
                      <a:pt x="154" y="365"/>
                      <a:pt x="158" y="368"/>
                      <a:pt x="162" y="371"/>
                    </a:cubicBezTo>
                    <a:cubicBezTo>
                      <a:pt x="154" y="389"/>
                      <a:pt x="147" y="409"/>
                      <a:pt x="142" y="428"/>
                    </a:cubicBezTo>
                    <a:cubicBezTo>
                      <a:pt x="137" y="428"/>
                      <a:pt x="132" y="428"/>
                      <a:pt x="126" y="427"/>
                    </a:cubicBezTo>
                    <a:cubicBezTo>
                      <a:pt x="112" y="426"/>
                      <a:pt x="98" y="425"/>
                      <a:pt x="82" y="424"/>
                    </a:cubicBezTo>
                    <a:cubicBezTo>
                      <a:pt x="67" y="422"/>
                      <a:pt x="51" y="421"/>
                      <a:pt x="33" y="420"/>
                    </a:cubicBezTo>
                    <a:cubicBezTo>
                      <a:pt x="18" y="418"/>
                      <a:pt x="5" y="430"/>
                      <a:pt x="3" y="445"/>
                    </a:cubicBezTo>
                    <a:cubicBezTo>
                      <a:pt x="0" y="460"/>
                      <a:pt x="8" y="475"/>
                      <a:pt x="23" y="479"/>
                    </a:cubicBezTo>
                    <a:cubicBezTo>
                      <a:pt x="40" y="484"/>
                      <a:pt x="55" y="488"/>
                      <a:pt x="70" y="492"/>
                    </a:cubicBezTo>
                    <a:cubicBezTo>
                      <a:pt x="85" y="496"/>
                      <a:pt x="99" y="500"/>
                      <a:pt x="113" y="504"/>
                    </a:cubicBezTo>
                    <a:cubicBezTo>
                      <a:pt x="118" y="505"/>
                      <a:pt x="123" y="506"/>
                      <a:pt x="128" y="508"/>
                    </a:cubicBezTo>
                    <a:cubicBezTo>
                      <a:pt x="127" y="518"/>
                      <a:pt x="126" y="528"/>
                      <a:pt x="126" y="538"/>
                    </a:cubicBezTo>
                    <a:cubicBezTo>
                      <a:pt x="126" y="549"/>
                      <a:pt x="127" y="559"/>
                      <a:pt x="128" y="569"/>
                    </a:cubicBezTo>
                    <a:cubicBezTo>
                      <a:pt x="123" y="570"/>
                      <a:pt x="118" y="571"/>
                      <a:pt x="113" y="573"/>
                    </a:cubicBezTo>
                    <a:cubicBezTo>
                      <a:pt x="99" y="577"/>
                      <a:pt x="85" y="580"/>
                      <a:pt x="70" y="585"/>
                    </a:cubicBezTo>
                    <a:cubicBezTo>
                      <a:pt x="55" y="589"/>
                      <a:pt x="40" y="593"/>
                      <a:pt x="23" y="598"/>
                    </a:cubicBezTo>
                    <a:cubicBezTo>
                      <a:pt x="8" y="602"/>
                      <a:pt x="0" y="617"/>
                      <a:pt x="3" y="632"/>
                    </a:cubicBezTo>
                    <a:cubicBezTo>
                      <a:pt x="5" y="647"/>
                      <a:pt x="18" y="658"/>
                      <a:pt x="33" y="657"/>
                    </a:cubicBezTo>
                    <a:cubicBezTo>
                      <a:pt x="51" y="656"/>
                      <a:pt x="67" y="654"/>
                      <a:pt x="82" y="653"/>
                    </a:cubicBezTo>
                    <a:cubicBezTo>
                      <a:pt x="98" y="652"/>
                      <a:pt x="112" y="651"/>
                      <a:pt x="126" y="649"/>
                    </a:cubicBezTo>
                    <a:cubicBezTo>
                      <a:pt x="132" y="649"/>
                      <a:pt x="137" y="649"/>
                      <a:pt x="142" y="648"/>
                    </a:cubicBezTo>
                    <a:cubicBezTo>
                      <a:pt x="147" y="668"/>
                      <a:pt x="154" y="687"/>
                      <a:pt x="162" y="705"/>
                    </a:cubicBezTo>
                    <a:cubicBezTo>
                      <a:pt x="158" y="708"/>
                      <a:pt x="154" y="711"/>
                      <a:pt x="150" y="714"/>
                    </a:cubicBezTo>
                    <a:cubicBezTo>
                      <a:pt x="139" y="722"/>
                      <a:pt x="127" y="731"/>
                      <a:pt x="114" y="740"/>
                    </a:cubicBezTo>
                    <a:cubicBezTo>
                      <a:pt x="101" y="749"/>
                      <a:pt x="88" y="758"/>
                      <a:pt x="74" y="768"/>
                    </a:cubicBezTo>
                    <a:cubicBezTo>
                      <a:pt x="62" y="777"/>
                      <a:pt x="59" y="794"/>
                      <a:pt x="66" y="808"/>
                    </a:cubicBezTo>
                    <a:cubicBezTo>
                      <a:pt x="74" y="821"/>
                      <a:pt x="90" y="827"/>
                      <a:pt x="104" y="821"/>
                    </a:cubicBezTo>
                    <a:cubicBezTo>
                      <a:pt x="120" y="813"/>
                      <a:pt x="135" y="807"/>
                      <a:pt x="149" y="800"/>
                    </a:cubicBezTo>
                    <a:cubicBezTo>
                      <a:pt x="163" y="794"/>
                      <a:pt x="176" y="788"/>
                      <a:pt x="189" y="782"/>
                    </a:cubicBezTo>
                    <a:cubicBezTo>
                      <a:pt x="194" y="780"/>
                      <a:pt x="198" y="777"/>
                      <a:pt x="203" y="775"/>
                    </a:cubicBezTo>
                    <a:cubicBezTo>
                      <a:pt x="215" y="792"/>
                      <a:pt x="228" y="807"/>
                      <a:pt x="242" y="822"/>
                    </a:cubicBezTo>
                    <a:cubicBezTo>
                      <a:pt x="239" y="826"/>
                      <a:pt x="236" y="830"/>
                      <a:pt x="233" y="835"/>
                    </a:cubicBezTo>
                    <a:cubicBezTo>
                      <a:pt x="225" y="846"/>
                      <a:pt x="217" y="858"/>
                      <a:pt x="208" y="871"/>
                    </a:cubicBezTo>
                    <a:cubicBezTo>
                      <a:pt x="199" y="884"/>
                      <a:pt x="190" y="897"/>
                      <a:pt x="180" y="911"/>
                    </a:cubicBezTo>
                    <a:cubicBezTo>
                      <a:pt x="172" y="924"/>
                      <a:pt x="175" y="941"/>
                      <a:pt x="186" y="951"/>
                    </a:cubicBezTo>
                    <a:cubicBezTo>
                      <a:pt x="198" y="961"/>
                      <a:pt x="215" y="961"/>
                      <a:pt x="226" y="950"/>
                    </a:cubicBezTo>
                    <a:cubicBezTo>
                      <a:pt x="239" y="938"/>
                      <a:pt x="250" y="927"/>
                      <a:pt x="261" y="916"/>
                    </a:cubicBezTo>
                    <a:cubicBezTo>
                      <a:pt x="272" y="905"/>
                      <a:pt x="283" y="894"/>
                      <a:pt x="293" y="885"/>
                    </a:cubicBezTo>
                    <a:cubicBezTo>
                      <a:pt x="296" y="881"/>
                      <a:pt x="300" y="877"/>
                      <a:pt x="303" y="874"/>
                    </a:cubicBezTo>
                    <a:cubicBezTo>
                      <a:pt x="320" y="885"/>
                      <a:pt x="338" y="896"/>
                      <a:pt x="356" y="905"/>
                    </a:cubicBezTo>
                    <a:cubicBezTo>
                      <a:pt x="355" y="909"/>
                      <a:pt x="354" y="914"/>
                      <a:pt x="352" y="919"/>
                    </a:cubicBezTo>
                    <a:cubicBezTo>
                      <a:pt x="349" y="933"/>
                      <a:pt x="345" y="947"/>
                      <a:pt x="341" y="962"/>
                    </a:cubicBezTo>
                    <a:cubicBezTo>
                      <a:pt x="337" y="977"/>
                      <a:pt x="333" y="993"/>
                      <a:pt x="329" y="1010"/>
                    </a:cubicBezTo>
                    <a:cubicBezTo>
                      <a:pt x="325" y="1024"/>
                      <a:pt x="334" y="1039"/>
                      <a:pt x="348" y="1044"/>
                    </a:cubicBezTo>
                    <a:cubicBezTo>
                      <a:pt x="362" y="1050"/>
                      <a:pt x="379" y="1044"/>
                      <a:pt x="385" y="1030"/>
                    </a:cubicBezTo>
                    <a:cubicBezTo>
                      <a:pt x="393" y="1014"/>
                      <a:pt x="400" y="1000"/>
                      <a:pt x="406" y="986"/>
                    </a:cubicBezTo>
                    <a:cubicBezTo>
                      <a:pt x="413" y="972"/>
                      <a:pt x="419" y="958"/>
                      <a:pt x="425" y="946"/>
                    </a:cubicBezTo>
                    <a:cubicBezTo>
                      <a:pt x="428" y="941"/>
                      <a:pt x="430" y="937"/>
                      <a:pt x="432" y="932"/>
                    </a:cubicBezTo>
                    <a:cubicBezTo>
                      <a:pt x="451" y="937"/>
                      <a:pt x="471" y="941"/>
                      <a:pt x="492" y="943"/>
                    </a:cubicBezTo>
                    <a:cubicBezTo>
                      <a:pt x="492" y="948"/>
                      <a:pt x="493" y="953"/>
                      <a:pt x="493" y="958"/>
                    </a:cubicBezTo>
                    <a:cubicBezTo>
                      <a:pt x="494" y="972"/>
                      <a:pt x="496" y="986"/>
                      <a:pt x="497" y="1002"/>
                    </a:cubicBezTo>
                    <a:cubicBezTo>
                      <a:pt x="499" y="1017"/>
                      <a:pt x="500" y="1033"/>
                      <a:pt x="502" y="1051"/>
                    </a:cubicBezTo>
                    <a:cubicBezTo>
                      <a:pt x="503" y="1066"/>
                      <a:pt x="517" y="1077"/>
                      <a:pt x="532" y="1077"/>
                    </a:cubicBezTo>
                    <a:cubicBezTo>
                      <a:pt x="547" y="1077"/>
                      <a:pt x="561" y="1066"/>
                      <a:pt x="562" y="1051"/>
                    </a:cubicBezTo>
                    <a:cubicBezTo>
                      <a:pt x="564" y="1033"/>
                      <a:pt x="565" y="1017"/>
                      <a:pt x="567" y="1002"/>
                    </a:cubicBezTo>
                    <a:cubicBezTo>
                      <a:pt x="568" y="986"/>
                      <a:pt x="570" y="972"/>
                      <a:pt x="571" y="958"/>
                    </a:cubicBezTo>
                    <a:cubicBezTo>
                      <a:pt x="571" y="953"/>
                      <a:pt x="572" y="948"/>
                      <a:pt x="572" y="943"/>
                    </a:cubicBezTo>
                    <a:cubicBezTo>
                      <a:pt x="593" y="941"/>
                      <a:pt x="613" y="937"/>
                      <a:pt x="632" y="932"/>
                    </a:cubicBezTo>
                    <a:cubicBezTo>
                      <a:pt x="634" y="937"/>
                      <a:pt x="637" y="941"/>
                      <a:pt x="639" y="946"/>
                    </a:cubicBezTo>
                    <a:cubicBezTo>
                      <a:pt x="645" y="958"/>
                      <a:pt x="651" y="972"/>
                      <a:pt x="658" y="986"/>
                    </a:cubicBezTo>
                    <a:cubicBezTo>
                      <a:pt x="664" y="1000"/>
                      <a:pt x="671" y="1014"/>
                      <a:pt x="679" y="1030"/>
                    </a:cubicBezTo>
                    <a:cubicBezTo>
                      <a:pt x="685" y="1044"/>
                      <a:pt x="702" y="1050"/>
                      <a:pt x="716" y="1044"/>
                    </a:cubicBezTo>
                    <a:cubicBezTo>
                      <a:pt x="730" y="1039"/>
                      <a:pt x="739" y="1024"/>
                      <a:pt x="735" y="1010"/>
                    </a:cubicBezTo>
                    <a:cubicBezTo>
                      <a:pt x="731" y="993"/>
                      <a:pt x="727" y="977"/>
                      <a:pt x="723" y="962"/>
                    </a:cubicBezTo>
                    <a:cubicBezTo>
                      <a:pt x="719" y="947"/>
                      <a:pt x="715" y="933"/>
                      <a:pt x="712" y="919"/>
                    </a:cubicBezTo>
                    <a:cubicBezTo>
                      <a:pt x="710" y="914"/>
                      <a:pt x="709" y="909"/>
                      <a:pt x="708" y="905"/>
                    </a:cubicBezTo>
                    <a:cubicBezTo>
                      <a:pt x="726" y="896"/>
                      <a:pt x="744" y="885"/>
                      <a:pt x="761" y="874"/>
                    </a:cubicBezTo>
                    <a:cubicBezTo>
                      <a:pt x="764" y="877"/>
                      <a:pt x="768" y="881"/>
                      <a:pt x="771" y="885"/>
                    </a:cubicBezTo>
                    <a:cubicBezTo>
                      <a:pt x="781" y="894"/>
                      <a:pt x="792" y="905"/>
                      <a:pt x="803" y="916"/>
                    </a:cubicBezTo>
                    <a:cubicBezTo>
                      <a:pt x="814" y="927"/>
                      <a:pt x="825" y="938"/>
                      <a:pt x="838" y="950"/>
                    </a:cubicBezTo>
                    <a:cubicBezTo>
                      <a:pt x="849" y="961"/>
                      <a:pt x="866" y="961"/>
                      <a:pt x="878" y="951"/>
                    </a:cubicBezTo>
                    <a:cubicBezTo>
                      <a:pt x="889" y="941"/>
                      <a:pt x="893" y="924"/>
                      <a:pt x="884" y="911"/>
                    </a:cubicBezTo>
                    <a:cubicBezTo>
                      <a:pt x="874" y="897"/>
                      <a:pt x="865" y="884"/>
                      <a:pt x="856" y="871"/>
                    </a:cubicBezTo>
                    <a:cubicBezTo>
                      <a:pt x="847" y="858"/>
                      <a:pt x="839" y="846"/>
                      <a:pt x="831" y="835"/>
                    </a:cubicBezTo>
                    <a:cubicBezTo>
                      <a:pt x="828" y="830"/>
                      <a:pt x="825" y="826"/>
                      <a:pt x="822" y="822"/>
                    </a:cubicBezTo>
                    <a:cubicBezTo>
                      <a:pt x="836" y="807"/>
                      <a:pt x="849" y="792"/>
                      <a:pt x="861" y="775"/>
                    </a:cubicBezTo>
                    <a:cubicBezTo>
                      <a:pt x="866" y="777"/>
                      <a:pt x="870" y="780"/>
                      <a:pt x="875" y="782"/>
                    </a:cubicBezTo>
                    <a:cubicBezTo>
                      <a:pt x="888" y="788"/>
                      <a:pt x="901" y="794"/>
                      <a:pt x="915" y="800"/>
                    </a:cubicBezTo>
                    <a:cubicBezTo>
                      <a:pt x="929" y="807"/>
                      <a:pt x="944" y="813"/>
                      <a:pt x="960" y="821"/>
                    </a:cubicBezTo>
                    <a:cubicBezTo>
                      <a:pt x="974" y="827"/>
                      <a:pt x="990" y="821"/>
                      <a:pt x="998" y="808"/>
                    </a:cubicBezTo>
                    <a:cubicBezTo>
                      <a:pt x="1005" y="794"/>
                      <a:pt x="1002" y="777"/>
                      <a:pt x="990" y="768"/>
                    </a:cubicBezTo>
                    <a:cubicBezTo>
                      <a:pt x="976" y="758"/>
                      <a:pt x="963" y="749"/>
                      <a:pt x="950" y="740"/>
                    </a:cubicBezTo>
                    <a:cubicBezTo>
                      <a:pt x="937" y="731"/>
                      <a:pt x="926" y="722"/>
                      <a:pt x="914" y="714"/>
                    </a:cubicBezTo>
                    <a:cubicBezTo>
                      <a:pt x="910" y="711"/>
                      <a:pt x="906" y="708"/>
                      <a:pt x="902" y="705"/>
                    </a:cubicBezTo>
                    <a:cubicBezTo>
                      <a:pt x="910" y="687"/>
                      <a:pt x="917" y="668"/>
                      <a:pt x="923" y="648"/>
                    </a:cubicBezTo>
                    <a:cubicBezTo>
                      <a:pt x="928" y="649"/>
                      <a:pt x="932" y="649"/>
                      <a:pt x="938" y="649"/>
                    </a:cubicBezTo>
                    <a:cubicBezTo>
                      <a:pt x="952" y="651"/>
                      <a:pt x="966" y="652"/>
                      <a:pt x="982" y="653"/>
                    </a:cubicBezTo>
                    <a:cubicBezTo>
                      <a:pt x="997" y="654"/>
                      <a:pt x="1013" y="656"/>
                      <a:pt x="1031" y="657"/>
                    </a:cubicBezTo>
                    <a:cubicBezTo>
                      <a:pt x="1046" y="658"/>
                      <a:pt x="1059" y="647"/>
                      <a:pt x="1061" y="632"/>
                    </a:cubicBezTo>
                    <a:cubicBezTo>
                      <a:pt x="1064" y="617"/>
                      <a:pt x="1056" y="602"/>
                      <a:pt x="1041" y="59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91" name="Group 42">
                <a:extLst>
                  <a:ext uri="{FF2B5EF4-FFF2-40B4-BE49-F238E27FC236}">
                    <a16:creationId xmlns:a16="http://schemas.microsoft.com/office/drawing/2014/main" id="{C8DA08FE-2C79-8DF5-72F9-24C09D67BCCD}"/>
                  </a:ext>
                </a:extLst>
              </p:cNvPr>
              <p:cNvGrpSpPr/>
              <p:nvPr/>
            </p:nvGrpSpPr>
            <p:grpSpPr>
              <a:xfrm>
                <a:off x="5768391" y="5099287"/>
                <a:ext cx="1050563" cy="1152950"/>
                <a:chOff x="3721102" y="3890964"/>
                <a:chExt cx="749300" cy="822326"/>
              </a:xfrm>
              <a:grpFill/>
            </p:grpSpPr>
            <p:sp>
              <p:nvSpPr>
                <p:cNvPr id="135" name="Freeform 43">
                  <a:extLst>
                    <a:ext uri="{FF2B5EF4-FFF2-40B4-BE49-F238E27FC236}">
                      <a16:creationId xmlns:a16="http://schemas.microsoft.com/office/drawing/2014/main" id="{A3648CDA-3AB2-6333-444D-C1C30756FDCC}"/>
                    </a:ext>
                  </a:extLst>
                </p:cNvPr>
                <p:cNvSpPr/>
                <p:nvPr/>
              </p:nvSpPr>
              <p:spPr bwMode="auto">
                <a:xfrm>
                  <a:off x="3746502" y="4470403"/>
                  <a:ext cx="698500" cy="66675"/>
                </a:xfrm>
                <a:custGeom>
                  <a:avLst/>
                  <a:gdLst>
                    <a:gd name="T0" fmla="*/ 11 w 226"/>
                    <a:gd name="T1" fmla="*/ 22 h 22"/>
                    <a:gd name="T2" fmla="*/ 215 w 226"/>
                    <a:gd name="T3" fmla="*/ 22 h 22"/>
                    <a:gd name="T4" fmla="*/ 226 w 226"/>
                    <a:gd name="T5" fmla="*/ 0 h 22"/>
                    <a:gd name="T6" fmla="*/ 0 w 226"/>
                    <a:gd name="T7" fmla="*/ 0 h 22"/>
                    <a:gd name="T8" fmla="*/ 11 w 226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6" h="22">
                      <a:moveTo>
                        <a:pt x="11" y="22"/>
                      </a:moveTo>
                      <a:cubicBezTo>
                        <a:pt x="215" y="22"/>
                        <a:pt x="215" y="22"/>
                        <a:pt x="215" y="22"/>
                      </a:cubicBezTo>
                      <a:cubicBezTo>
                        <a:pt x="220" y="15"/>
                        <a:pt x="223" y="8"/>
                        <a:pt x="22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8"/>
                        <a:pt x="7" y="15"/>
                        <a:pt x="11" y="2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6" name="Freeform 44">
                  <a:extLst>
                    <a:ext uri="{FF2B5EF4-FFF2-40B4-BE49-F238E27FC236}">
                      <a16:creationId xmlns:a16="http://schemas.microsoft.com/office/drawing/2014/main" id="{B77742ED-FA74-DEF7-EE62-3B263ED64594}"/>
                    </a:ext>
                  </a:extLst>
                </p:cNvPr>
                <p:cNvSpPr/>
                <p:nvPr/>
              </p:nvSpPr>
              <p:spPr bwMode="auto">
                <a:xfrm>
                  <a:off x="3835402" y="4608515"/>
                  <a:ext cx="519112" cy="104775"/>
                </a:xfrm>
                <a:custGeom>
                  <a:avLst/>
                  <a:gdLst>
                    <a:gd name="T0" fmla="*/ 84 w 168"/>
                    <a:gd name="T1" fmla="*/ 34 h 34"/>
                    <a:gd name="T2" fmla="*/ 168 w 168"/>
                    <a:gd name="T3" fmla="*/ 0 h 34"/>
                    <a:gd name="T4" fmla="*/ 0 w 168"/>
                    <a:gd name="T5" fmla="*/ 0 h 34"/>
                    <a:gd name="T6" fmla="*/ 84 w 168"/>
                    <a:gd name="T7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8" h="34">
                      <a:moveTo>
                        <a:pt x="84" y="34"/>
                      </a:moveTo>
                      <a:cubicBezTo>
                        <a:pt x="117" y="34"/>
                        <a:pt x="146" y="21"/>
                        <a:pt x="16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21"/>
                        <a:pt x="51" y="34"/>
                        <a:pt x="84" y="3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7" name="Freeform 45">
                  <a:extLst>
                    <a:ext uri="{FF2B5EF4-FFF2-40B4-BE49-F238E27FC236}">
                      <a16:creationId xmlns:a16="http://schemas.microsoft.com/office/drawing/2014/main" id="{06301BF5-2B75-07A7-8BDD-3B82FDB37202}"/>
                    </a:ext>
                  </a:extLst>
                </p:cNvPr>
                <p:cNvSpPr/>
                <p:nvPr/>
              </p:nvSpPr>
              <p:spPr bwMode="auto">
                <a:xfrm>
                  <a:off x="3721102" y="3890964"/>
                  <a:ext cx="749300" cy="562905"/>
                </a:xfrm>
                <a:custGeom>
                  <a:avLst/>
                  <a:gdLst>
                    <a:gd name="T0" fmla="*/ 242 w 242"/>
                    <a:gd name="T1" fmla="*/ 0 h 165"/>
                    <a:gd name="T2" fmla="*/ 0 w 242"/>
                    <a:gd name="T3" fmla="*/ 0 h 165"/>
                    <a:gd name="T4" fmla="*/ 0 w 242"/>
                    <a:gd name="T5" fmla="*/ 146 h 165"/>
                    <a:gd name="T6" fmla="*/ 2 w 242"/>
                    <a:gd name="T7" fmla="*/ 165 h 165"/>
                    <a:gd name="T8" fmla="*/ 240 w 242"/>
                    <a:gd name="T9" fmla="*/ 165 h 165"/>
                    <a:gd name="T10" fmla="*/ 242 w 242"/>
                    <a:gd name="T11" fmla="*/ 146 h 165"/>
                    <a:gd name="T12" fmla="*/ 242 w 242"/>
                    <a:gd name="T13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1" h="165">
                      <a:moveTo>
                        <a:pt x="24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46"/>
                        <a:pt x="0" y="146"/>
                        <a:pt x="0" y="146"/>
                      </a:cubicBezTo>
                      <a:cubicBezTo>
                        <a:pt x="0" y="153"/>
                        <a:pt x="1" y="159"/>
                        <a:pt x="2" y="165"/>
                      </a:cubicBezTo>
                      <a:cubicBezTo>
                        <a:pt x="240" y="165"/>
                        <a:pt x="240" y="165"/>
                        <a:pt x="240" y="165"/>
                      </a:cubicBezTo>
                      <a:cubicBezTo>
                        <a:pt x="241" y="159"/>
                        <a:pt x="242" y="153"/>
                        <a:pt x="242" y="146"/>
                      </a:cubicBezTo>
                      <a:lnTo>
                        <a:pt x="24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2800" b="1" dirty="0" err="1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Khách</a:t>
                  </a:r>
                  <a:r>
                    <a:rPr lang="en-US" sz="2800" b="1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 </a:t>
                  </a:r>
                  <a:r>
                    <a:rPr lang="en-US" sz="2800" b="1" dirty="0" err="1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  <a:sym typeface="Muli Bold"/>
                    </a:rPr>
                    <a:t>hàng</a:t>
                  </a:r>
                  <a:endParaRPr lang="en-US" sz="2800" b="1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  <a:sym typeface="Muli Bold"/>
                  </a:endParaRPr>
                </a:p>
                <a:p>
                  <a:pPr algn="ctr">
                    <a:lnSpc>
                      <a:spcPct val="150000"/>
                    </a:lnSpc>
                  </a:pPr>
                  <a:endParaRPr lang="en-US" sz="2400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2" name="Group 47">
                <a:extLst>
                  <a:ext uri="{FF2B5EF4-FFF2-40B4-BE49-F238E27FC236}">
                    <a16:creationId xmlns:a16="http://schemas.microsoft.com/office/drawing/2014/main" id="{1DA39A71-BF8D-9B09-DC61-AC5874EBC40C}"/>
                  </a:ext>
                </a:extLst>
              </p:cNvPr>
              <p:cNvGrpSpPr/>
              <p:nvPr/>
            </p:nvGrpSpPr>
            <p:grpSpPr>
              <a:xfrm>
                <a:off x="6150652" y="2038488"/>
                <a:ext cx="499024" cy="625698"/>
                <a:chOff x="5106627" y="2260366"/>
                <a:chExt cx="324452" cy="406813"/>
              </a:xfrm>
              <a:grpFill/>
            </p:grpSpPr>
            <p:sp>
              <p:nvSpPr>
                <p:cNvPr id="131" name="Freeform 80">
                  <a:extLst>
                    <a:ext uri="{FF2B5EF4-FFF2-40B4-BE49-F238E27FC236}">
                      <a16:creationId xmlns:a16="http://schemas.microsoft.com/office/drawing/2014/main" id="{4DE239E7-D41A-F475-C93F-08161807C772}"/>
                    </a:ext>
                  </a:extLst>
                </p:cNvPr>
                <p:cNvSpPr/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2" name="Freeform 81">
                  <a:extLst>
                    <a:ext uri="{FF2B5EF4-FFF2-40B4-BE49-F238E27FC236}">
                      <a16:creationId xmlns:a16="http://schemas.microsoft.com/office/drawing/2014/main" id="{9931E309-E3BD-4C5E-7585-B0A300597C73}"/>
                    </a:ext>
                  </a:extLst>
                </p:cNvPr>
                <p:cNvSpPr/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3" name="Freeform 82">
                  <a:extLst>
                    <a:ext uri="{FF2B5EF4-FFF2-40B4-BE49-F238E27FC236}">
                      <a16:creationId xmlns:a16="http://schemas.microsoft.com/office/drawing/2014/main" id="{D39B562C-089F-3380-0981-BCF7D9D38F4E}"/>
                    </a:ext>
                  </a:extLst>
                </p:cNvPr>
                <p:cNvSpPr/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4" name="Oval 83">
                  <a:extLst>
                    <a:ext uri="{FF2B5EF4-FFF2-40B4-BE49-F238E27FC236}">
                      <a16:creationId xmlns:a16="http://schemas.microsoft.com/office/drawing/2014/main" id="{0286C707-7D54-EA89-B4A1-CAE32F3140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3" name="Group 52">
                <a:extLst>
                  <a:ext uri="{FF2B5EF4-FFF2-40B4-BE49-F238E27FC236}">
                    <a16:creationId xmlns:a16="http://schemas.microsoft.com/office/drawing/2014/main" id="{1CDF45C0-B684-4D95-0E94-12C402DD78FA}"/>
                  </a:ext>
                </a:extLst>
              </p:cNvPr>
              <p:cNvGrpSpPr/>
              <p:nvPr/>
            </p:nvGrpSpPr>
            <p:grpSpPr>
              <a:xfrm>
                <a:off x="6441708" y="3308316"/>
                <a:ext cx="460638" cy="598829"/>
                <a:chOff x="6421904" y="4798576"/>
                <a:chExt cx="299494" cy="389342"/>
              </a:xfrm>
              <a:grpFill/>
            </p:grpSpPr>
            <p:sp>
              <p:nvSpPr>
                <p:cNvPr id="129" name="Freeform 170">
                  <a:extLst>
                    <a:ext uri="{FF2B5EF4-FFF2-40B4-BE49-F238E27FC236}">
                      <a16:creationId xmlns:a16="http://schemas.microsoft.com/office/drawing/2014/main" id="{907DF06A-9AEF-7136-7717-6E6A7AF05B75}"/>
                    </a:ext>
                  </a:extLst>
                </p:cNvPr>
                <p:cNvSpPr/>
                <p:nvPr/>
              </p:nvSpPr>
              <p:spPr bwMode="auto">
                <a:xfrm>
                  <a:off x="6421904" y="4910886"/>
                  <a:ext cx="299494" cy="277032"/>
                </a:xfrm>
                <a:custGeom>
                  <a:avLst/>
                  <a:gdLst>
                    <a:gd name="T0" fmla="*/ 45 w 90"/>
                    <a:gd name="T1" fmla="*/ 83 h 83"/>
                    <a:gd name="T2" fmla="*/ 90 w 90"/>
                    <a:gd name="T3" fmla="*/ 0 h 83"/>
                    <a:gd name="T4" fmla="*/ 0 w 90"/>
                    <a:gd name="T5" fmla="*/ 0 h 83"/>
                    <a:gd name="T6" fmla="*/ 45 w 90"/>
                    <a:gd name="T7" fmla="*/ 8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" h="83">
                      <a:moveTo>
                        <a:pt x="45" y="83"/>
                      </a:moveTo>
                      <a:cubicBezTo>
                        <a:pt x="90" y="59"/>
                        <a:pt x="90" y="0"/>
                        <a:pt x="9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59"/>
                        <a:pt x="45" y="8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30" name="Freeform 171">
                  <a:extLst>
                    <a:ext uri="{FF2B5EF4-FFF2-40B4-BE49-F238E27FC236}">
                      <a16:creationId xmlns:a16="http://schemas.microsoft.com/office/drawing/2014/main" id="{A0DA001D-A918-023C-1141-1E3961885B22}"/>
                    </a:ext>
                  </a:extLst>
                </p:cNvPr>
                <p:cNvSpPr/>
                <p:nvPr/>
              </p:nvSpPr>
              <p:spPr bwMode="auto">
                <a:xfrm>
                  <a:off x="6421904" y="4798576"/>
                  <a:ext cx="299494" cy="94840"/>
                </a:xfrm>
                <a:custGeom>
                  <a:avLst/>
                  <a:gdLst>
                    <a:gd name="T0" fmla="*/ 84 w 90"/>
                    <a:gd name="T1" fmla="*/ 0 h 29"/>
                    <a:gd name="T2" fmla="*/ 68 w 90"/>
                    <a:gd name="T3" fmla="*/ 16 h 29"/>
                    <a:gd name="T4" fmla="*/ 52 w 90"/>
                    <a:gd name="T5" fmla="*/ 0 h 29"/>
                    <a:gd name="T6" fmla="*/ 39 w 90"/>
                    <a:gd name="T7" fmla="*/ 0 h 29"/>
                    <a:gd name="T8" fmla="*/ 23 w 90"/>
                    <a:gd name="T9" fmla="*/ 16 h 29"/>
                    <a:gd name="T10" fmla="*/ 7 w 90"/>
                    <a:gd name="T11" fmla="*/ 0 h 29"/>
                    <a:gd name="T12" fmla="*/ 0 w 90"/>
                    <a:gd name="T13" fmla="*/ 0 h 29"/>
                    <a:gd name="T14" fmla="*/ 0 w 90"/>
                    <a:gd name="T15" fmla="*/ 29 h 29"/>
                    <a:gd name="T16" fmla="*/ 90 w 90"/>
                    <a:gd name="T17" fmla="*/ 29 h 29"/>
                    <a:gd name="T18" fmla="*/ 90 w 90"/>
                    <a:gd name="T19" fmla="*/ 0 h 29"/>
                    <a:gd name="T20" fmla="*/ 84 w 90"/>
                    <a:gd name="T21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0" h="28">
                      <a:moveTo>
                        <a:pt x="84" y="0"/>
                      </a:moveTo>
                      <a:cubicBezTo>
                        <a:pt x="84" y="9"/>
                        <a:pt x="77" y="16"/>
                        <a:pt x="68" y="16"/>
                      </a:cubicBezTo>
                      <a:cubicBezTo>
                        <a:pt x="59" y="16"/>
                        <a:pt x="52" y="9"/>
                        <a:pt x="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9"/>
                        <a:pt x="32" y="16"/>
                        <a:pt x="23" y="16"/>
                      </a:cubicBezTo>
                      <a:cubicBezTo>
                        <a:pt x="14" y="16"/>
                        <a:pt x="7" y="9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90" y="29"/>
                        <a:pt x="90" y="29"/>
                        <a:pt x="90" y="29"/>
                      </a:cubicBezTo>
                      <a:cubicBezTo>
                        <a:pt x="90" y="0"/>
                        <a:pt x="90" y="0"/>
                        <a:pt x="90" y="0"/>
                      </a:cubicBezTo>
                      <a:lnTo>
                        <a:pt x="84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4" name="Group 55">
                <a:extLst>
                  <a:ext uri="{FF2B5EF4-FFF2-40B4-BE49-F238E27FC236}">
                    <a16:creationId xmlns:a16="http://schemas.microsoft.com/office/drawing/2014/main" id="{F7F83A03-6902-32D1-6510-D65086C4D349}"/>
                  </a:ext>
                </a:extLst>
              </p:cNvPr>
              <p:cNvGrpSpPr/>
              <p:nvPr/>
            </p:nvGrpSpPr>
            <p:grpSpPr>
              <a:xfrm>
                <a:off x="5251794" y="3052208"/>
                <a:ext cx="496378" cy="488500"/>
                <a:chOff x="1587575" y="2265358"/>
                <a:chExt cx="314468" cy="309477"/>
              </a:xfrm>
              <a:grpFill/>
            </p:grpSpPr>
            <p:sp>
              <p:nvSpPr>
                <p:cNvPr id="127" name="Freeform 59">
                  <a:extLst>
                    <a:ext uri="{FF2B5EF4-FFF2-40B4-BE49-F238E27FC236}">
                      <a16:creationId xmlns:a16="http://schemas.microsoft.com/office/drawing/2014/main" id="{F46403DB-A7BE-1590-0A0A-E122D52492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87575" y="2265358"/>
                  <a:ext cx="314468" cy="309477"/>
                </a:xfrm>
                <a:custGeom>
                  <a:avLst/>
                  <a:gdLst>
                    <a:gd name="T0" fmla="*/ 82 w 95"/>
                    <a:gd name="T1" fmla="*/ 57 h 93"/>
                    <a:gd name="T2" fmla="*/ 95 w 95"/>
                    <a:gd name="T3" fmla="*/ 51 h 93"/>
                    <a:gd name="T4" fmla="*/ 95 w 95"/>
                    <a:gd name="T5" fmla="*/ 41 h 93"/>
                    <a:gd name="T6" fmla="*/ 82 w 95"/>
                    <a:gd name="T7" fmla="*/ 36 h 93"/>
                    <a:gd name="T8" fmla="*/ 80 w 95"/>
                    <a:gd name="T9" fmla="*/ 30 h 93"/>
                    <a:gd name="T10" fmla="*/ 85 w 95"/>
                    <a:gd name="T11" fmla="*/ 17 h 93"/>
                    <a:gd name="T12" fmla="*/ 77 w 95"/>
                    <a:gd name="T13" fmla="*/ 10 h 93"/>
                    <a:gd name="T14" fmla="*/ 64 w 95"/>
                    <a:gd name="T15" fmla="*/ 15 h 93"/>
                    <a:gd name="T16" fmla="*/ 59 w 95"/>
                    <a:gd name="T17" fmla="*/ 13 h 93"/>
                    <a:gd name="T18" fmla="*/ 53 w 95"/>
                    <a:gd name="T19" fmla="*/ 0 h 93"/>
                    <a:gd name="T20" fmla="*/ 42 w 95"/>
                    <a:gd name="T21" fmla="*/ 0 h 93"/>
                    <a:gd name="T22" fmla="*/ 37 w 95"/>
                    <a:gd name="T23" fmla="*/ 13 h 93"/>
                    <a:gd name="T24" fmla="*/ 31 w 95"/>
                    <a:gd name="T25" fmla="*/ 15 h 93"/>
                    <a:gd name="T26" fmla="*/ 18 w 95"/>
                    <a:gd name="T27" fmla="*/ 10 h 93"/>
                    <a:gd name="T28" fmla="*/ 10 w 95"/>
                    <a:gd name="T29" fmla="*/ 17 h 93"/>
                    <a:gd name="T30" fmla="*/ 16 w 95"/>
                    <a:gd name="T31" fmla="*/ 30 h 93"/>
                    <a:gd name="T32" fmla="*/ 13 w 95"/>
                    <a:gd name="T33" fmla="*/ 36 h 93"/>
                    <a:gd name="T34" fmla="*/ 0 w 95"/>
                    <a:gd name="T35" fmla="*/ 41 h 93"/>
                    <a:gd name="T36" fmla="*/ 0 w 95"/>
                    <a:gd name="T37" fmla="*/ 52 h 93"/>
                    <a:gd name="T38" fmla="*/ 13 w 95"/>
                    <a:gd name="T39" fmla="*/ 57 h 93"/>
                    <a:gd name="T40" fmla="*/ 16 w 95"/>
                    <a:gd name="T41" fmla="*/ 63 h 93"/>
                    <a:gd name="T42" fmla="*/ 11 w 95"/>
                    <a:gd name="T43" fmla="*/ 76 h 93"/>
                    <a:gd name="T44" fmla="*/ 18 w 95"/>
                    <a:gd name="T45" fmla="*/ 83 h 93"/>
                    <a:gd name="T46" fmla="*/ 31 w 95"/>
                    <a:gd name="T47" fmla="*/ 78 h 93"/>
                    <a:gd name="T48" fmla="*/ 37 w 95"/>
                    <a:gd name="T49" fmla="*/ 80 h 93"/>
                    <a:gd name="T50" fmla="*/ 43 w 95"/>
                    <a:gd name="T51" fmla="*/ 93 h 93"/>
                    <a:gd name="T52" fmla="*/ 53 w 95"/>
                    <a:gd name="T53" fmla="*/ 93 h 93"/>
                    <a:gd name="T54" fmla="*/ 59 w 95"/>
                    <a:gd name="T55" fmla="*/ 80 h 93"/>
                    <a:gd name="T56" fmla="*/ 64 w 95"/>
                    <a:gd name="T57" fmla="*/ 78 h 93"/>
                    <a:gd name="T58" fmla="*/ 78 w 95"/>
                    <a:gd name="T59" fmla="*/ 83 h 93"/>
                    <a:gd name="T60" fmla="*/ 85 w 95"/>
                    <a:gd name="T61" fmla="*/ 75 h 93"/>
                    <a:gd name="T62" fmla="*/ 80 w 95"/>
                    <a:gd name="T63" fmla="*/ 63 h 93"/>
                    <a:gd name="T64" fmla="*/ 82 w 95"/>
                    <a:gd name="T65" fmla="*/ 57 h 93"/>
                    <a:gd name="T66" fmla="*/ 48 w 95"/>
                    <a:gd name="T67" fmla="*/ 61 h 93"/>
                    <a:gd name="T68" fmla="*/ 33 w 95"/>
                    <a:gd name="T69" fmla="*/ 46 h 93"/>
                    <a:gd name="T70" fmla="*/ 48 w 95"/>
                    <a:gd name="T71" fmla="*/ 32 h 93"/>
                    <a:gd name="T72" fmla="*/ 63 w 95"/>
                    <a:gd name="T73" fmla="*/ 46 h 93"/>
                    <a:gd name="T74" fmla="*/ 48 w 95"/>
                    <a:gd name="T75" fmla="*/ 61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95" h="93">
                      <a:moveTo>
                        <a:pt x="82" y="57"/>
                      </a:moveTo>
                      <a:cubicBezTo>
                        <a:pt x="82" y="57"/>
                        <a:pt x="95" y="52"/>
                        <a:pt x="95" y="51"/>
                      </a:cubicBezTo>
                      <a:cubicBezTo>
                        <a:pt x="95" y="41"/>
                        <a:pt x="95" y="41"/>
                        <a:pt x="95" y="41"/>
                      </a:cubicBezTo>
                      <a:cubicBezTo>
                        <a:pt x="95" y="40"/>
                        <a:pt x="82" y="36"/>
                        <a:pt x="82" y="36"/>
                      </a:cubicBezTo>
                      <a:cubicBezTo>
                        <a:pt x="80" y="30"/>
                        <a:pt x="80" y="30"/>
                        <a:pt x="80" y="30"/>
                      </a:cubicBezTo>
                      <a:cubicBezTo>
                        <a:pt x="80" y="30"/>
                        <a:pt x="85" y="17"/>
                        <a:pt x="85" y="17"/>
                      </a:cubicBezTo>
                      <a:cubicBezTo>
                        <a:pt x="77" y="10"/>
                        <a:pt x="77" y="10"/>
                        <a:pt x="77" y="10"/>
                      </a:cubicBezTo>
                      <a:cubicBezTo>
                        <a:pt x="77" y="9"/>
                        <a:pt x="64" y="15"/>
                        <a:pt x="64" y="15"/>
                      </a:cubicBezTo>
                      <a:cubicBezTo>
                        <a:pt x="59" y="13"/>
                        <a:pt x="59" y="13"/>
                        <a:pt x="59" y="13"/>
                      </a:cubicBezTo>
                      <a:cubicBezTo>
                        <a:pt x="59" y="13"/>
                        <a:pt x="53" y="0"/>
                        <a:pt x="53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2" y="0"/>
                        <a:pt x="37" y="13"/>
                        <a:pt x="37" y="13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18" y="10"/>
                        <a:pt x="18" y="10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8"/>
                        <a:pt x="16" y="30"/>
                        <a:pt x="16" y="30"/>
                      </a:cubicBezTo>
                      <a:cubicBezTo>
                        <a:pt x="13" y="36"/>
                        <a:pt x="13" y="36"/>
                        <a:pt x="13" y="36"/>
                      </a:cubicBezTo>
                      <a:cubicBezTo>
                        <a:pt x="13" y="36"/>
                        <a:pt x="0" y="41"/>
                        <a:pt x="0" y="41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52"/>
                        <a:pt x="13" y="57"/>
                        <a:pt x="13" y="57"/>
                      </a:cubicBezTo>
                      <a:cubicBezTo>
                        <a:pt x="16" y="63"/>
                        <a:pt x="16" y="63"/>
                        <a:pt x="16" y="63"/>
                      </a:cubicBezTo>
                      <a:cubicBezTo>
                        <a:pt x="16" y="63"/>
                        <a:pt x="10" y="75"/>
                        <a:pt x="11" y="76"/>
                      </a:cubicBezTo>
                      <a:cubicBezTo>
                        <a:pt x="18" y="83"/>
                        <a:pt x="18" y="83"/>
                        <a:pt x="18" y="83"/>
                      </a:cubicBezTo>
                      <a:cubicBezTo>
                        <a:pt x="19" y="84"/>
                        <a:pt x="31" y="78"/>
                        <a:pt x="31" y="78"/>
                      </a:cubicBezTo>
                      <a:cubicBezTo>
                        <a:pt x="37" y="80"/>
                        <a:pt x="37" y="80"/>
                        <a:pt x="37" y="80"/>
                      </a:cubicBezTo>
                      <a:cubicBezTo>
                        <a:pt x="37" y="80"/>
                        <a:pt x="42" y="93"/>
                        <a:pt x="43" y="93"/>
                      </a:cubicBezTo>
                      <a:cubicBezTo>
                        <a:pt x="53" y="93"/>
                        <a:pt x="53" y="93"/>
                        <a:pt x="53" y="93"/>
                      </a:cubicBezTo>
                      <a:cubicBezTo>
                        <a:pt x="54" y="93"/>
                        <a:pt x="59" y="80"/>
                        <a:pt x="59" y="80"/>
                      </a:cubicBezTo>
                      <a:cubicBezTo>
                        <a:pt x="64" y="78"/>
                        <a:pt x="64" y="78"/>
                        <a:pt x="64" y="78"/>
                      </a:cubicBezTo>
                      <a:cubicBezTo>
                        <a:pt x="64" y="78"/>
                        <a:pt x="77" y="83"/>
                        <a:pt x="78" y="83"/>
                      </a:cubicBezTo>
                      <a:cubicBezTo>
                        <a:pt x="85" y="75"/>
                        <a:pt x="85" y="75"/>
                        <a:pt x="85" y="75"/>
                      </a:cubicBezTo>
                      <a:cubicBezTo>
                        <a:pt x="86" y="75"/>
                        <a:pt x="80" y="63"/>
                        <a:pt x="80" y="63"/>
                      </a:cubicBezTo>
                      <a:lnTo>
                        <a:pt x="82" y="57"/>
                      </a:lnTo>
                      <a:close/>
                      <a:moveTo>
                        <a:pt x="48" y="61"/>
                      </a:moveTo>
                      <a:cubicBezTo>
                        <a:pt x="39" y="61"/>
                        <a:pt x="33" y="55"/>
                        <a:pt x="33" y="46"/>
                      </a:cubicBezTo>
                      <a:cubicBezTo>
                        <a:pt x="33" y="38"/>
                        <a:pt x="39" y="32"/>
                        <a:pt x="48" y="32"/>
                      </a:cubicBezTo>
                      <a:cubicBezTo>
                        <a:pt x="56" y="32"/>
                        <a:pt x="63" y="38"/>
                        <a:pt x="63" y="46"/>
                      </a:cubicBezTo>
                      <a:cubicBezTo>
                        <a:pt x="63" y="55"/>
                        <a:pt x="56" y="61"/>
                        <a:pt x="48" y="6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8" name="Oval 60">
                  <a:extLst>
                    <a:ext uri="{FF2B5EF4-FFF2-40B4-BE49-F238E27FC236}">
                      <a16:creationId xmlns:a16="http://schemas.microsoft.com/office/drawing/2014/main" id="{1733543E-6FEF-26ED-E133-38D0A5AB11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2364" y="2387652"/>
                  <a:ext cx="64890" cy="6239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5" name="Group 58">
                <a:extLst>
                  <a:ext uri="{FF2B5EF4-FFF2-40B4-BE49-F238E27FC236}">
                    <a16:creationId xmlns:a16="http://schemas.microsoft.com/office/drawing/2014/main" id="{B1604BC1-4890-8787-17E1-5E3286343B8B}"/>
                  </a:ext>
                </a:extLst>
              </p:cNvPr>
              <p:cNvGrpSpPr/>
              <p:nvPr/>
            </p:nvGrpSpPr>
            <p:grpSpPr>
              <a:xfrm>
                <a:off x="5744390" y="4355741"/>
                <a:ext cx="575257" cy="424906"/>
                <a:chOff x="2563427" y="3717902"/>
                <a:chExt cx="439257" cy="324452"/>
              </a:xfrm>
              <a:grpFill/>
            </p:grpSpPr>
            <p:sp>
              <p:nvSpPr>
                <p:cNvPr id="124" name="Freeform 92">
                  <a:extLst>
                    <a:ext uri="{FF2B5EF4-FFF2-40B4-BE49-F238E27FC236}">
                      <a16:creationId xmlns:a16="http://schemas.microsoft.com/office/drawing/2014/main" id="{15D36D32-659A-F5E5-D940-6EE6BC44A103}"/>
                    </a:ext>
                  </a:extLst>
                </p:cNvPr>
                <p:cNvSpPr/>
                <p:nvPr/>
              </p:nvSpPr>
              <p:spPr bwMode="auto">
                <a:xfrm>
                  <a:off x="2720660" y="3942523"/>
                  <a:ext cx="127286" cy="99831"/>
                </a:xfrm>
                <a:custGeom>
                  <a:avLst/>
                  <a:gdLst>
                    <a:gd name="T0" fmla="*/ 37 w 38"/>
                    <a:gd name="T1" fmla="*/ 10 h 30"/>
                    <a:gd name="T2" fmla="*/ 1 w 38"/>
                    <a:gd name="T3" fmla="*/ 11 h 30"/>
                    <a:gd name="T4" fmla="*/ 1 w 38"/>
                    <a:gd name="T5" fmla="*/ 13 h 30"/>
                    <a:gd name="T6" fmla="*/ 19 w 38"/>
                    <a:gd name="T7" fmla="*/ 30 h 30"/>
                    <a:gd name="T8" fmla="*/ 36 w 38"/>
                    <a:gd name="T9" fmla="*/ 13 h 30"/>
                    <a:gd name="T10" fmla="*/ 37 w 38"/>
                    <a:gd name="T11" fmla="*/ 1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8" h="30">
                      <a:moveTo>
                        <a:pt x="37" y="10"/>
                      </a:moveTo>
                      <a:cubicBezTo>
                        <a:pt x="26" y="1"/>
                        <a:pt x="12" y="0"/>
                        <a:pt x="1" y="11"/>
                      </a:cubicBezTo>
                      <a:cubicBezTo>
                        <a:pt x="1" y="11"/>
                        <a:pt x="0" y="12"/>
                        <a:pt x="1" y="13"/>
                      </a:cubicBezTo>
                      <a:cubicBezTo>
                        <a:pt x="19" y="30"/>
                        <a:pt x="19" y="30"/>
                        <a:pt x="19" y="30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8" y="11"/>
                        <a:pt x="37" y="11"/>
                        <a:pt x="37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5" name="Freeform 93">
                  <a:extLst>
                    <a:ext uri="{FF2B5EF4-FFF2-40B4-BE49-F238E27FC236}">
                      <a16:creationId xmlns:a16="http://schemas.microsoft.com/office/drawing/2014/main" id="{6F8803C4-3AFD-5D78-A2BE-4FA04EFB9215}"/>
                    </a:ext>
                  </a:extLst>
                </p:cNvPr>
                <p:cNvSpPr/>
                <p:nvPr/>
              </p:nvSpPr>
              <p:spPr bwMode="auto">
                <a:xfrm>
                  <a:off x="2638300" y="3830213"/>
                  <a:ext cx="292007" cy="129781"/>
                </a:xfrm>
                <a:custGeom>
                  <a:avLst/>
                  <a:gdLst>
                    <a:gd name="T0" fmla="*/ 87 w 88"/>
                    <a:gd name="T1" fmla="*/ 23 h 39"/>
                    <a:gd name="T2" fmla="*/ 0 w 88"/>
                    <a:gd name="T3" fmla="*/ 24 h 39"/>
                    <a:gd name="T4" fmla="*/ 0 w 88"/>
                    <a:gd name="T5" fmla="*/ 26 h 39"/>
                    <a:gd name="T6" fmla="*/ 13 w 88"/>
                    <a:gd name="T7" fmla="*/ 38 h 39"/>
                    <a:gd name="T8" fmla="*/ 15 w 88"/>
                    <a:gd name="T9" fmla="*/ 38 h 39"/>
                    <a:gd name="T10" fmla="*/ 73 w 88"/>
                    <a:gd name="T11" fmla="*/ 38 h 39"/>
                    <a:gd name="T12" fmla="*/ 75 w 88"/>
                    <a:gd name="T13" fmla="*/ 38 h 39"/>
                    <a:gd name="T14" fmla="*/ 88 w 88"/>
                    <a:gd name="T15" fmla="*/ 26 h 39"/>
                    <a:gd name="T16" fmla="*/ 88 w 88"/>
                    <a:gd name="T17" fmla="*/ 26 h 39"/>
                    <a:gd name="T18" fmla="*/ 88 w 88"/>
                    <a:gd name="T19" fmla="*/ 24 h 39"/>
                    <a:gd name="T20" fmla="*/ 87 w 88"/>
                    <a:gd name="T21" fmla="*/ 23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39">
                      <a:moveTo>
                        <a:pt x="87" y="23"/>
                      </a:moveTo>
                      <a:cubicBezTo>
                        <a:pt x="63" y="0"/>
                        <a:pt x="24" y="0"/>
                        <a:pt x="0" y="24"/>
                      </a:cubicBezTo>
                      <a:cubicBezTo>
                        <a:pt x="0" y="24"/>
                        <a:pt x="0" y="25"/>
                        <a:pt x="0" y="26"/>
                      </a:cubicBezTo>
                      <a:cubicBezTo>
                        <a:pt x="13" y="38"/>
                        <a:pt x="13" y="38"/>
                        <a:pt x="13" y="38"/>
                      </a:cubicBezTo>
                      <a:cubicBezTo>
                        <a:pt x="13" y="39"/>
                        <a:pt x="14" y="39"/>
                        <a:pt x="15" y="38"/>
                      </a:cubicBezTo>
                      <a:cubicBezTo>
                        <a:pt x="31" y="22"/>
                        <a:pt x="57" y="22"/>
                        <a:pt x="73" y="38"/>
                      </a:cubicBezTo>
                      <a:cubicBezTo>
                        <a:pt x="74" y="39"/>
                        <a:pt x="75" y="39"/>
                        <a:pt x="75" y="38"/>
                      </a:cubicBezTo>
                      <a:cubicBezTo>
                        <a:pt x="88" y="26"/>
                        <a:pt x="88" y="26"/>
                        <a:pt x="88" y="26"/>
                      </a:cubicBezTo>
                      <a:cubicBezTo>
                        <a:pt x="88" y="26"/>
                        <a:pt x="88" y="26"/>
                        <a:pt x="88" y="26"/>
                      </a:cubicBezTo>
                      <a:cubicBezTo>
                        <a:pt x="88" y="25"/>
                        <a:pt x="88" y="24"/>
                        <a:pt x="88" y="24"/>
                      </a:cubicBezTo>
                      <a:lnTo>
                        <a:pt x="87" y="2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6" name="Freeform 94">
                  <a:extLst>
                    <a:ext uri="{FF2B5EF4-FFF2-40B4-BE49-F238E27FC236}">
                      <a16:creationId xmlns:a16="http://schemas.microsoft.com/office/drawing/2014/main" id="{838F7D83-2B5D-441B-0FB8-978E8AF1E0B2}"/>
                    </a:ext>
                  </a:extLst>
                </p:cNvPr>
                <p:cNvSpPr/>
                <p:nvPr/>
              </p:nvSpPr>
              <p:spPr bwMode="auto">
                <a:xfrm>
                  <a:off x="2563427" y="3717902"/>
                  <a:ext cx="439257" cy="169713"/>
                </a:xfrm>
                <a:custGeom>
                  <a:avLst/>
                  <a:gdLst>
                    <a:gd name="T0" fmla="*/ 131 w 132"/>
                    <a:gd name="T1" fmla="*/ 36 h 51"/>
                    <a:gd name="T2" fmla="*/ 131 w 132"/>
                    <a:gd name="T3" fmla="*/ 36 h 51"/>
                    <a:gd name="T4" fmla="*/ 1 w 132"/>
                    <a:gd name="T5" fmla="*/ 36 h 51"/>
                    <a:gd name="T6" fmla="*/ 1 w 132"/>
                    <a:gd name="T7" fmla="*/ 38 h 51"/>
                    <a:gd name="T8" fmla="*/ 14 w 132"/>
                    <a:gd name="T9" fmla="*/ 51 h 51"/>
                    <a:gd name="T10" fmla="*/ 16 w 132"/>
                    <a:gd name="T11" fmla="*/ 51 h 51"/>
                    <a:gd name="T12" fmla="*/ 116 w 132"/>
                    <a:gd name="T13" fmla="*/ 51 h 51"/>
                    <a:gd name="T14" fmla="*/ 118 w 132"/>
                    <a:gd name="T15" fmla="*/ 51 h 51"/>
                    <a:gd name="T16" fmla="*/ 131 w 132"/>
                    <a:gd name="T17" fmla="*/ 38 h 51"/>
                    <a:gd name="T18" fmla="*/ 131 w 132"/>
                    <a:gd name="T19" fmla="*/ 38 h 51"/>
                    <a:gd name="T20" fmla="*/ 131 w 132"/>
                    <a:gd name="T21" fmla="*/ 36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32" h="51">
                      <a:moveTo>
                        <a:pt x="131" y="36"/>
                      </a:moveTo>
                      <a:cubicBezTo>
                        <a:pt x="131" y="36"/>
                        <a:pt x="131" y="36"/>
                        <a:pt x="131" y="36"/>
                      </a:cubicBezTo>
                      <a:cubicBezTo>
                        <a:pt x="95" y="0"/>
                        <a:pt x="37" y="0"/>
                        <a:pt x="1" y="36"/>
                      </a:cubicBezTo>
                      <a:cubicBezTo>
                        <a:pt x="0" y="37"/>
                        <a:pt x="0" y="37"/>
                        <a:pt x="1" y="38"/>
                      </a:cubicBezTo>
                      <a:cubicBezTo>
                        <a:pt x="14" y="51"/>
                        <a:pt x="14" y="51"/>
                        <a:pt x="14" y="51"/>
                      </a:cubicBezTo>
                      <a:cubicBezTo>
                        <a:pt x="14" y="51"/>
                        <a:pt x="15" y="51"/>
                        <a:pt x="16" y="51"/>
                      </a:cubicBezTo>
                      <a:cubicBezTo>
                        <a:pt x="43" y="23"/>
                        <a:pt x="89" y="23"/>
                        <a:pt x="116" y="51"/>
                      </a:cubicBezTo>
                      <a:cubicBezTo>
                        <a:pt x="117" y="51"/>
                        <a:pt x="118" y="51"/>
                        <a:pt x="118" y="51"/>
                      </a:cubicBezTo>
                      <a:cubicBezTo>
                        <a:pt x="131" y="38"/>
                        <a:pt x="131" y="38"/>
                        <a:pt x="131" y="38"/>
                      </a:cubicBezTo>
                      <a:cubicBezTo>
                        <a:pt x="131" y="38"/>
                        <a:pt x="131" y="38"/>
                        <a:pt x="131" y="38"/>
                      </a:cubicBezTo>
                      <a:cubicBezTo>
                        <a:pt x="132" y="37"/>
                        <a:pt x="132" y="36"/>
                        <a:pt x="131" y="3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6" name="Group 62">
                <a:extLst>
                  <a:ext uri="{FF2B5EF4-FFF2-40B4-BE49-F238E27FC236}">
                    <a16:creationId xmlns:a16="http://schemas.microsoft.com/office/drawing/2014/main" id="{A8D349B8-5C41-EE46-3B69-82D68F8BE82E}"/>
                  </a:ext>
                </a:extLst>
              </p:cNvPr>
              <p:cNvGrpSpPr/>
              <p:nvPr/>
            </p:nvGrpSpPr>
            <p:grpSpPr>
              <a:xfrm flipH="1">
                <a:off x="5365120" y="2254771"/>
                <a:ext cx="282785" cy="230109"/>
                <a:chOff x="1550139" y="1314466"/>
                <a:chExt cx="509139" cy="414300"/>
              </a:xfrm>
              <a:grpFill/>
            </p:grpSpPr>
            <p:sp>
              <p:nvSpPr>
                <p:cNvPr id="121" name="Freeform 5">
                  <a:extLst>
                    <a:ext uri="{FF2B5EF4-FFF2-40B4-BE49-F238E27FC236}">
                      <a16:creationId xmlns:a16="http://schemas.microsoft.com/office/drawing/2014/main" id="{54D898E0-4610-2EC9-A681-0CD36CFAF4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50139" y="1314466"/>
                  <a:ext cx="509139" cy="414300"/>
                </a:xfrm>
                <a:custGeom>
                  <a:avLst/>
                  <a:gdLst>
                    <a:gd name="T0" fmla="*/ 78 w 153"/>
                    <a:gd name="T1" fmla="*/ 0 h 125"/>
                    <a:gd name="T2" fmla="*/ 0 w 153"/>
                    <a:gd name="T3" fmla="*/ 69 h 125"/>
                    <a:gd name="T4" fmla="*/ 15 w 153"/>
                    <a:gd name="T5" fmla="*/ 69 h 125"/>
                    <a:gd name="T6" fmla="*/ 21 w 153"/>
                    <a:gd name="T7" fmla="*/ 64 h 125"/>
                    <a:gd name="T8" fmla="*/ 21 w 153"/>
                    <a:gd name="T9" fmla="*/ 121 h 125"/>
                    <a:gd name="T10" fmla="*/ 24 w 153"/>
                    <a:gd name="T11" fmla="*/ 125 h 125"/>
                    <a:gd name="T12" fmla="*/ 62 w 153"/>
                    <a:gd name="T13" fmla="*/ 125 h 125"/>
                    <a:gd name="T14" fmla="*/ 63 w 153"/>
                    <a:gd name="T15" fmla="*/ 93 h 125"/>
                    <a:gd name="T16" fmla="*/ 67 w 153"/>
                    <a:gd name="T17" fmla="*/ 88 h 125"/>
                    <a:gd name="T18" fmla="*/ 83 w 153"/>
                    <a:gd name="T19" fmla="*/ 88 h 125"/>
                    <a:gd name="T20" fmla="*/ 89 w 153"/>
                    <a:gd name="T21" fmla="*/ 93 h 125"/>
                    <a:gd name="T22" fmla="*/ 89 w 153"/>
                    <a:gd name="T23" fmla="*/ 125 h 125"/>
                    <a:gd name="T24" fmla="*/ 126 w 153"/>
                    <a:gd name="T25" fmla="*/ 125 h 125"/>
                    <a:gd name="T26" fmla="*/ 130 w 153"/>
                    <a:gd name="T27" fmla="*/ 120 h 125"/>
                    <a:gd name="T28" fmla="*/ 130 w 153"/>
                    <a:gd name="T29" fmla="*/ 63 h 125"/>
                    <a:gd name="T30" fmla="*/ 136 w 153"/>
                    <a:gd name="T31" fmla="*/ 69 h 125"/>
                    <a:gd name="T32" fmla="*/ 153 w 153"/>
                    <a:gd name="T33" fmla="*/ 69 h 125"/>
                    <a:gd name="T34" fmla="*/ 78 w 153"/>
                    <a:gd name="T35" fmla="*/ 0 h 125"/>
                    <a:gd name="T36" fmla="*/ 76 w 153"/>
                    <a:gd name="T37" fmla="*/ 76 h 125"/>
                    <a:gd name="T38" fmla="*/ 60 w 153"/>
                    <a:gd name="T39" fmla="*/ 60 h 125"/>
                    <a:gd name="T40" fmla="*/ 76 w 153"/>
                    <a:gd name="T41" fmla="*/ 43 h 125"/>
                    <a:gd name="T42" fmla="*/ 92 w 153"/>
                    <a:gd name="T43" fmla="*/ 60 h 125"/>
                    <a:gd name="T44" fmla="*/ 76 w 153"/>
                    <a:gd name="T45" fmla="*/ 7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" h="125">
                      <a:moveTo>
                        <a:pt x="78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69"/>
                        <a:pt x="5" y="78"/>
                        <a:pt x="15" y="69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21" y="121"/>
                        <a:pt x="21" y="125"/>
                        <a:pt x="24" y="125"/>
                      </a:cubicBezTo>
                      <a:cubicBezTo>
                        <a:pt x="28" y="125"/>
                        <a:pt x="62" y="125"/>
                        <a:pt x="62" y="125"/>
                      </a:cubicBezTo>
                      <a:cubicBezTo>
                        <a:pt x="63" y="93"/>
                        <a:pt x="63" y="93"/>
                        <a:pt x="63" y="93"/>
                      </a:cubicBezTo>
                      <a:cubicBezTo>
                        <a:pt x="63" y="93"/>
                        <a:pt x="62" y="88"/>
                        <a:pt x="67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9" y="88"/>
                        <a:pt x="89" y="93"/>
                        <a:pt x="89" y="93"/>
                      </a:cubicBezTo>
                      <a:cubicBezTo>
                        <a:pt x="89" y="125"/>
                        <a:pt x="89" y="125"/>
                        <a:pt x="89" y="125"/>
                      </a:cubicBezTo>
                      <a:cubicBezTo>
                        <a:pt x="89" y="125"/>
                        <a:pt x="121" y="125"/>
                        <a:pt x="126" y="125"/>
                      </a:cubicBezTo>
                      <a:cubicBezTo>
                        <a:pt x="131" y="125"/>
                        <a:pt x="130" y="120"/>
                        <a:pt x="130" y="120"/>
                      </a:cubicBezTo>
                      <a:cubicBezTo>
                        <a:pt x="130" y="63"/>
                        <a:pt x="130" y="63"/>
                        <a:pt x="130" y="63"/>
                      </a:cubicBezTo>
                      <a:cubicBezTo>
                        <a:pt x="136" y="69"/>
                        <a:pt x="136" y="69"/>
                        <a:pt x="136" y="69"/>
                      </a:cubicBezTo>
                      <a:cubicBezTo>
                        <a:pt x="148" y="77"/>
                        <a:pt x="153" y="69"/>
                        <a:pt x="153" y="69"/>
                      </a:cubicBezTo>
                      <a:lnTo>
                        <a:pt x="78" y="0"/>
                      </a:lnTo>
                      <a:close/>
                      <a:moveTo>
                        <a:pt x="76" y="76"/>
                      </a:moveTo>
                      <a:cubicBezTo>
                        <a:pt x="67" y="76"/>
                        <a:pt x="60" y="69"/>
                        <a:pt x="60" y="60"/>
                      </a:cubicBezTo>
                      <a:cubicBezTo>
                        <a:pt x="60" y="50"/>
                        <a:pt x="67" y="43"/>
                        <a:pt x="76" y="43"/>
                      </a:cubicBezTo>
                      <a:cubicBezTo>
                        <a:pt x="85" y="43"/>
                        <a:pt x="92" y="50"/>
                        <a:pt x="92" y="60"/>
                      </a:cubicBezTo>
                      <a:cubicBezTo>
                        <a:pt x="92" y="69"/>
                        <a:pt x="85" y="76"/>
                        <a:pt x="76" y="7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2" name="Freeform 6">
                  <a:extLst>
                    <a:ext uri="{FF2B5EF4-FFF2-40B4-BE49-F238E27FC236}">
                      <a16:creationId xmlns:a16="http://schemas.microsoft.com/office/drawing/2014/main" id="{8ABB3704-FEC5-8A94-6F95-C34E08B175DA}"/>
                    </a:ext>
                  </a:extLst>
                </p:cNvPr>
                <p:cNvSpPr/>
                <p:nvPr/>
              </p:nvSpPr>
              <p:spPr bwMode="auto">
                <a:xfrm>
                  <a:off x="1949464" y="1366877"/>
                  <a:ext cx="49916" cy="102328"/>
                </a:xfrm>
                <a:custGeom>
                  <a:avLst/>
                  <a:gdLst>
                    <a:gd name="T0" fmla="*/ 20 w 20"/>
                    <a:gd name="T1" fmla="*/ 41 h 41"/>
                    <a:gd name="T2" fmla="*/ 20 w 20"/>
                    <a:gd name="T3" fmla="*/ 0 h 41"/>
                    <a:gd name="T4" fmla="*/ 0 w 20"/>
                    <a:gd name="T5" fmla="*/ 0 h 41"/>
                    <a:gd name="T6" fmla="*/ 0 w 20"/>
                    <a:gd name="T7" fmla="*/ 24 h 41"/>
                    <a:gd name="T8" fmla="*/ 20 w 20"/>
                    <a:gd name="T9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41">
                      <a:moveTo>
                        <a:pt x="20" y="41"/>
                      </a:moveTo>
                      <a:lnTo>
                        <a:pt x="20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3" name="Oval 7">
                  <a:extLst>
                    <a:ext uri="{FF2B5EF4-FFF2-40B4-BE49-F238E27FC236}">
                      <a16:creationId xmlns:a16="http://schemas.microsoft.com/office/drawing/2014/main" id="{64156C46-17B8-1EF1-CD3A-34EC3506E5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7255" y="1484179"/>
                  <a:ext cx="52412" cy="54907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7" name="Group 66">
                <a:extLst>
                  <a:ext uri="{FF2B5EF4-FFF2-40B4-BE49-F238E27FC236}">
                    <a16:creationId xmlns:a16="http://schemas.microsoft.com/office/drawing/2014/main" id="{2F0C73A3-5054-0029-A6AA-6B853DC0F69E}"/>
                  </a:ext>
                </a:extLst>
              </p:cNvPr>
              <p:cNvGrpSpPr/>
              <p:nvPr/>
            </p:nvGrpSpPr>
            <p:grpSpPr>
              <a:xfrm flipH="1">
                <a:off x="7123044" y="2704640"/>
                <a:ext cx="243762" cy="274941"/>
                <a:chOff x="5513440" y="1766202"/>
                <a:chExt cx="429274" cy="484183"/>
              </a:xfrm>
              <a:grpFill/>
            </p:grpSpPr>
            <p:sp>
              <p:nvSpPr>
                <p:cNvPr id="118" name="Freeform 147">
                  <a:extLst>
                    <a:ext uri="{FF2B5EF4-FFF2-40B4-BE49-F238E27FC236}">
                      <a16:creationId xmlns:a16="http://schemas.microsoft.com/office/drawing/2014/main" id="{93E4313D-EE1D-C8DC-A2FC-39E4BAEB6144}"/>
                    </a:ext>
                  </a:extLst>
                </p:cNvPr>
                <p:cNvSpPr/>
                <p:nvPr/>
              </p:nvSpPr>
              <p:spPr bwMode="auto">
                <a:xfrm>
                  <a:off x="5513440" y="1766202"/>
                  <a:ext cx="429274" cy="87353"/>
                </a:xfrm>
                <a:custGeom>
                  <a:avLst/>
                  <a:gdLst>
                    <a:gd name="T0" fmla="*/ 68 w 129"/>
                    <a:gd name="T1" fmla="*/ 8 h 26"/>
                    <a:gd name="T2" fmla="*/ 68 w 129"/>
                    <a:gd name="T3" fmla="*/ 4 h 26"/>
                    <a:gd name="T4" fmla="*/ 64 w 129"/>
                    <a:gd name="T5" fmla="*/ 0 h 26"/>
                    <a:gd name="T6" fmla="*/ 61 w 129"/>
                    <a:gd name="T7" fmla="*/ 4 h 26"/>
                    <a:gd name="T8" fmla="*/ 61 w 129"/>
                    <a:gd name="T9" fmla="*/ 8 h 26"/>
                    <a:gd name="T10" fmla="*/ 0 w 129"/>
                    <a:gd name="T11" fmla="*/ 8 h 26"/>
                    <a:gd name="T12" fmla="*/ 0 w 129"/>
                    <a:gd name="T13" fmla="*/ 26 h 26"/>
                    <a:gd name="T14" fmla="*/ 129 w 129"/>
                    <a:gd name="T15" fmla="*/ 26 h 26"/>
                    <a:gd name="T16" fmla="*/ 129 w 129"/>
                    <a:gd name="T17" fmla="*/ 8 h 26"/>
                    <a:gd name="T18" fmla="*/ 68 w 129"/>
                    <a:gd name="T19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9" h="26">
                      <a:moveTo>
                        <a:pt x="68" y="8"/>
                      </a:move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2"/>
                        <a:pt x="66" y="0"/>
                        <a:pt x="64" y="0"/>
                      </a:cubicBezTo>
                      <a:cubicBezTo>
                        <a:pt x="63" y="0"/>
                        <a:pt x="61" y="2"/>
                        <a:pt x="61" y="4"/>
                      </a:cubicBez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129" y="26"/>
                        <a:pt x="129" y="26"/>
                        <a:pt x="129" y="26"/>
                      </a:cubicBezTo>
                      <a:cubicBezTo>
                        <a:pt x="129" y="8"/>
                        <a:pt x="129" y="8"/>
                        <a:pt x="129" y="8"/>
                      </a:cubicBezTo>
                      <a:lnTo>
                        <a:pt x="68" y="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9" name="Freeform 148">
                  <a:extLst>
                    <a:ext uri="{FF2B5EF4-FFF2-40B4-BE49-F238E27FC236}">
                      <a16:creationId xmlns:a16="http://schemas.microsoft.com/office/drawing/2014/main" id="{7D9D59B9-8302-EF4D-B7FB-78FD8BCC4B0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550876" y="1873521"/>
                  <a:ext cx="356897" cy="376864"/>
                </a:xfrm>
                <a:custGeom>
                  <a:avLst/>
                  <a:gdLst>
                    <a:gd name="T0" fmla="*/ 143 w 143"/>
                    <a:gd name="T1" fmla="*/ 95 h 151"/>
                    <a:gd name="T2" fmla="*/ 143 w 143"/>
                    <a:gd name="T3" fmla="*/ 0 h 151"/>
                    <a:gd name="T4" fmla="*/ 0 w 143"/>
                    <a:gd name="T5" fmla="*/ 0 h 151"/>
                    <a:gd name="T6" fmla="*/ 0 w 143"/>
                    <a:gd name="T7" fmla="*/ 95 h 151"/>
                    <a:gd name="T8" fmla="*/ 63 w 143"/>
                    <a:gd name="T9" fmla="*/ 95 h 151"/>
                    <a:gd name="T10" fmla="*/ 63 w 143"/>
                    <a:gd name="T11" fmla="*/ 125 h 151"/>
                    <a:gd name="T12" fmla="*/ 45 w 143"/>
                    <a:gd name="T13" fmla="*/ 125 h 151"/>
                    <a:gd name="T14" fmla="*/ 45 w 143"/>
                    <a:gd name="T15" fmla="*/ 121 h 151"/>
                    <a:gd name="T16" fmla="*/ 37 w 143"/>
                    <a:gd name="T17" fmla="*/ 121 h 151"/>
                    <a:gd name="T18" fmla="*/ 25 w 143"/>
                    <a:gd name="T19" fmla="*/ 151 h 151"/>
                    <a:gd name="T20" fmla="*/ 33 w 143"/>
                    <a:gd name="T21" fmla="*/ 151 h 151"/>
                    <a:gd name="T22" fmla="*/ 40 w 143"/>
                    <a:gd name="T23" fmla="*/ 137 h 151"/>
                    <a:gd name="T24" fmla="*/ 104 w 143"/>
                    <a:gd name="T25" fmla="*/ 137 h 151"/>
                    <a:gd name="T26" fmla="*/ 109 w 143"/>
                    <a:gd name="T27" fmla="*/ 151 h 151"/>
                    <a:gd name="T28" fmla="*/ 119 w 143"/>
                    <a:gd name="T29" fmla="*/ 151 h 151"/>
                    <a:gd name="T30" fmla="*/ 107 w 143"/>
                    <a:gd name="T31" fmla="*/ 121 h 151"/>
                    <a:gd name="T32" fmla="*/ 97 w 143"/>
                    <a:gd name="T33" fmla="*/ 121 h 151"/>
                    <a:gd name="T34" fmla="*/ 97 w 143"/>
                    <a:gd name="T35" fmla="*/ 125 h 151"/>
                    <a:gd name="T36" fmla="*/ 80 w 143"/>
                    <a:gd name="T37" fmla="*/ 125 h 151"/>
                    <a:gd name="T38" fmla="*/ 80 w 143"/>
                    <a:gd name="T39" fmla="*/ 95 h 151"/>
                    <a:gd name="T40" fmla="*/ 143 w 143"/>
                    <a:gd name="T41" fmla="*/ 95 h 151"/>
                    <a:gd name="T42" fmla="*/ 92 w 143"/>
                    <a:gd name="T43" fmla="*/ 28 h 151"/>
                    <a:gd name="T44" fmla="*/ 133 w 143"/>
                    <a:gd name="T45" fmla="*/ 28 h 151"/>
                    <a:gd name="T46" fmla="*/ 133 w 143"/>
                    <a:gd name="T47" fmla="*/ 37 h 151"/>
                    <a:gd name="T48" fmla="*/ 92 w 143"/>
                    <a:gd name="T49" fmla="*/ 37 h 151"/>
                    <a:gd name="T50" fmla="*/ 92 w 143"/>
                    <a:gd name="T51" fmla="*/ 28 h 151"/>
                    <a:gd name="T52" fmla="*/ 92 w 143"/>
                    <a:gd name="T53" fmla="*/ 46 h 151"/>
                    <a:gd name="T54" fmla="*/ 133 w 143"/>
                    <a:gd name="T55" fmla="*/ 46 h 151"/>
                    <a:gd name="T56" fmla="*/ 133 w 143"/>
                    <a:gd name="T57" fmla="*/ 56 h 151"/>
                    <a:gd name="T58" fmla="*/ 92 w 143"/>
                    <a:gd name="T59" fmla="*/ 56 h 151"/>
                    <a:gd name="T60" fmla="*/ 92 w 143"/>
                    <a:gd name="T61" fmla="*/ 46 h 151"/>
                    <a:gd name="T62" fmla="*/ 92 w 143"/>
                    <a:gd name="T63" fmla="*/ 63 h 151"/>
                    <a:gd name="T64" fmla="*/ 133 w 143"/>
                    <a:gd name="T65" fmla="*/ 63 h 151"/>
                    <a:gd name="T66" fmla="*/ 133 w 143"/>
                    <a:gd name="T67" fmla="*/ 74 h 151"/>
                    <a:gd name="T68" fmla="*/ 92 w 143"/>
                    <a:gd name="T69" fmla="*/ 74 h 151"/>
                    <a:gd name="T70" fmla="*/ 92 w 143"/>
                    <a:gd name="T71" fmla="*/ 63 h 151"/>
                    <a:gd name="T72" fmla="*/ 8 w 143"/>
                    <a:gd name="T73" fmla="*/ 75 h 151"/>
                    <a:gd name="T74" fmla="*/ 8 w 143"/>
                    <a:gd name="T75" fmla="*/ 24 h 151"/>
                    <a:gd name="T76" fmla="*/ 83 w 143"/>
                    <a:gd name="T77" fmla="*/ 24 h 151"/>
                    <a:gd name="T78" fmla="*/ 83 w 143"/>
                    <a:gd name="T79" fmla="*/ 75 h 151"/>
                    <a:gd name="T80" fmla="*/ 8 w 143"/>
                    <a:gd name="T81" fmla="*/ 7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43" h="151">
                      <a:moveTo>
                        <a:pt x="143" y="95"/>
                      </a:moveTo>
                      <a:lnTo>
                        <a:pt x="143" y="0"/>
                      </a:lnTo>
                      <a:lnTo>
                        <a:pt x="0" y="0"/>
                      </a:lnTo>
                      <a:lnTo>
                        <a:pt x="0" y="95"/>
                      </a:lnTo>
                      <a:lnTo>
                        <a:pt x="63" y="95"/>
                      </a:lnTo>
                      <a:lnTo>
                        <a:pt x="63" y="125"/>
                      </a:lnTo>
                      <a:lnTo>
                        <a:pt x="45" y="125"/>
                      </a:lnTo>
                      <a:lnTo>
                        <a:pt x="45" y="121"/>
                      </a:lnTo>
                      <a:lnTo>
                        <a:pt x="37" y="121"/>
                      </a:lnTo>
                      <a:lnTo>
                        <a:pt x="25" y="151"/>
                      </a:lnTo>
                      <a:lnTo>
                        <a:pt x="33" y="151"/>
                      </a:lnTo>
                      <a:lnTo>
                        <a:pt x="40" y="137"/>
                      </a:lnTo>
                      <a:lnTo>
                        <a:pt x="104" y="137"/>
                      </a:lnTo>
                      <a:lnTo>
                        <a:pt x="109" y="151"/>
                      </a:lnTo>
                      <a:lnTo>
                        <a:pt x="119" y="151"/>
                      </a:lnTo>
                      <a:lnTo>
                        <a:pt x="107" y="121"/>
                      </a:lnTo>
                      <a:lnTo>
                        <a:pt x="97" y="121"/>
                      </a:lnTo>
                      <a:lnTo>
                        <a:pt x="97" y="125"/>
                      </a:lnTo>
                      <a:lnTo>
                        <a:pt x="80" y="125"/>
                      </a:lnTo>
                      <a:lnTo>
                        <a:pt x="80" y="95"/>
                      </a:lnTo>
                      <a:lnTo>
                        <a:pt x="143" y="95"/>
                      </a:lnTo>
                      <a:close/>
                      <a:moveTo>
                        <a:pt x="92" y="28"/>
                      </a:moveTo>
                      <a:lnTo>
                        <a:pt x="133" y="28"/>
                      </a:lnTo>
                      <a:lnTo>
                        <a:pt x="133" y="37"/>
                      </a:lnTo>
                      <a:lnTo>
                        <a:pt x="92" y="37"/>
                      </a:lnTo>
                      <a:lnTo>
                        <a:pt x="92" y="28"/>
                      </a:lnTo>
                      <a:close/>
                      <a:moveTo>
                        <a:pt x="92" y="46"/>
                      </a:moveTo>
                      <a:lnTo>
                        <a:pt x="133" y="46"/>
                      </a:lnTo>
                      <a:lnTo>
                        <a:pt x="133" y="56"/>
                      </a:lnTo>
                      <a:lnTo>
                        <a:pt x="92" y="56"/>
                      </a:lnTo>
                      <a:lnTo>
                        <a:pt x="92" y="46"/>
                      </a:lnTo>
                      <a:close/>
                      <a:moveTo>
                        <a:pt x="92" y="63"/>
                      </a:moveTo>
                      <a:lnTo>
                        <a:pt x="133" y="63"/>
                      </a:lnTo>
                      <a:lnTo>
                        <a:pt x="133" y="74"/>
                      </a:lnTo>
                      <a:lnTo>
                        <a:pt x="92" y="74"/>
                      </a:lnTo>
                      <a:lnTo>
                        <a:pt x="92" y="63"/>
                      </a:lnTo>
                      <a:close/>
                      <a:moveTo>
                        <a:pt x="8" y="75"/>
                      </a:moveTo>
                      <a:lnTo>
                        <a:pt x="8" y="24"/>
                      </a:lnTo>
                      <a:lnTo>
                        <a:pt x="83" y="24"/>
                      </a:lnTo>
                      <a:lnTo>
                        <a:pt x="83" y="75"/>
                      </a:lnTo>
                      <a:lnTo>
                        <a:pt x="8" y="7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20" name="Freeform 149">
                  <a:extLst>
                    <a:ext uri="{FF2B5EF4-FFF2-40B4-BE49-F238E27FC236}">
                      <a16:creationId xmlns:a16="http://schemas.microsoft.com/office/drawing/2014/main" id="{FAAD427C-D94F-7F22-1060-E9E941B80E37}"/>
                    </a:ext>
                  </a:extLst>
                </p:cNvPr>
                <p:cNvSpPr/>
                <p:nvPr/>
              </p:nvSpPr>
              <p:spPr bwMode="auto">
                <a:xfrm>
                  <a:off x="5578330" y="1945898"/>
                  <a:ext cx="174705" cy="102328"/>
                </a:xfrm>
                <a:custGeom>
                  <a:avLst/>
                  <a:gdLst>
                    <a:gd name="T0" fmla="*/ 58 w 70"/>
                    <a:gd name="T1" fmla="*/ 12 h 41"/>
                    <a:gd name="T2" fmla="*/ 54 w 70"/>
                    <a:gd name="T3" fmla="*/ 20 h 41"/>
                    <a:gd name="T4" fmla="*/ 48 w 70"/>
                    <a:gd name="T5" fmla="*/ 16 h 41"/>
                    <a:gd name="T6" fmla="*/ 48 w 70"/>
                    <a:gd name="T7" fmla="*/ 16 h 41"/>
                    <a:gd name="T8" fmla="*/ 34 w 70"/>
                    <a:gd name="T9" fmla="*/ 8 h 41"/>
                    <a:gd name="T10" fmla="*/ 32 w 70"/>
                    <a:gd name="T11" fmla="*/ 12 h 41"/>
                    <a:gd name="T12" fmla="*/ 28 w 70"/>
                    <a:gd name="T13" fmla="*/ 20 h 41"/>
                    <a:gd name="T14" fmla="*/ 16 w 70"/>
                    <a:gd name="T15" fmla="*/ 12 h 41"/>
                    <a:gd name="T16" fmla="*/ 12 w 70"/>
                    <a:gd name="T17" fmla="*/ 17 h 41"/>
                    <a:gd name="T18" fmla="*/ 12 w 70"/>
                    <a:gd name="T19" fmla="*/ 17 h 41"/>
                    <a:gd name="T20" fmla="*/ 0 w 70"/>
                    <a:gd name="T21" fmla="*/ 37 h 41"/>
                    <a:gd name="T22" fmla="*/ 5 w 70"/>
                    <a:gd name="T23" fmla="*/ 41 h 41"/>
                    <a:gd name="T24" fmla="*/ 17 w 70"/>
                    <a:gd name="T25" fmla="*/ 21 h 41"/>
                    <a:gd name="T26" fmla="*/ 24 w 70"/>
                    <a:gd name="T27" fmla="*/ 25 h 41"/>
                    <a:gd name="T28" fmla="*/ 24 w 70"/>
                    <a:gd name="T29" fmla="*/ 25 h 41"/>
                    <a:gd name="T30" fmla="*/ 30 w 70"/>
                    <a:gd name="T31" fmla="*/ 29 h 41"/>
                    <a:gd name="T32" fmla="*/ 37 w 70"/>
                    <a:gd name="T33" fmla="*/ 17 h 41"/>
                    <a:gd name="T34" fmla="*/ 42 w 70"/>
                    <a:gd name="T35" fmla="*/ 21 h 41"/>
                    <a:gd name="T36" fmla="*/ 42 w 70"/>
                    <a:gd name="T37" fmla="*/ 21 h 41"/>
                    <a:gd name="T38" fmla="*/ 56 w 70"/>
                    <a:gd name="T39" fmla="*/ 28 h 41"/>
                    <a:gd name="T40" fmla="*/ 57 w 70"/>
                    <a:gd name="T41" fmla="*/ 28 h 41"/>
                    <a:gd name="T42" fmla="*/ 57 w 70"/>
                    <a:gd name="T43" fmla="*/ 28 h 41"/>
                    <a:gd name="T44" fmla="*/ 64 w 70"/>
                    <a:gd name="T45" fmla="*/ 17 h 41"/>
                    <a:gd name="T46" fmla="*/ 64 w 70"/>
                    <a:gd name="T47" fmla="*/ 17 h 41"/>
                    <a:gd name="T48" fmla="*/ 70 w 70"/>
                    <a:gd name="T49" fmla="*/ 4 h 41"/>
                    <a:gd name="T50" fmla="*/ 65 w 70"/>
                    <a:gd name="T51" fmla="*/ 0 h 41"/>
                    <a:gd name="T52" fmla="*/ 58 w 70"/>
                    <a:gd name="T53" fmla="*/ 12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70" h="41">
                      <a:moveTo>
                        <a:pt x="58" y="12"/>
                      </a:moveTo>
                      <a:lnTo>
                        <a:pt x="54" y="20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4" y="8"/>
                      </a:lnTo>
                      <a:lnTo>
                        <a:pt x="32" y="12"/>
                      </a:lnTo>
                      <a:lnTo>
                        <a:pt x="28" y="20"/>
                      </a:lnTo>
                      <a:lnTo>
                        <a:pt x="16" y="12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0" y="37"/>
                      </a:lnTo>
                      <a:lnTo>
                        <a:pt x="5" y="41"/>
                      </a:lnTo>
                      <a:lnTo>
                        <a:pt x="17" y="21"/>
                      </a:lnTo>
                      <a:lnTo>
                        <a:pt x="24" y="25"/>
                      </a:lnTo>
                      <a:lnTo>
                        <a:pt x="24" y="25"/>
                      </a:lnTo>
                      <a:lnTo>
                        <a:pt x="30" y="29"/>
                      </a:lnTo>
                      <a:lnTo>
                        <a:pt x="37" y="17"/>
                      </a:lnTo>
                      <a:lnTo>
                        <a:pt x="42" y="21"/>
                      </a:lnTo>
                      <a:lnTo>
                        <a:pt x="42" y="21"/>
                      </a:lnTo>
                      <a:lnTo>
                        <a:pt x="56" y="28"/>
                      </a:lnTo>
                      <a:lnTo>
                        <a:pt x="57" y="28"/>
                      </a:lnTo>
                      <a:lnTo>
                        <a:pt x="57" y="28"/>
                      </a:lnTo>
                      <a:lnTo>
                        <a:pt x="64" y="17"/>
                      </a:lnTo>
                      <a:lnTo>
                        <a:pt x="64" y="17"/>
                      </a:lnTo>
                      <a:lnTo>
                        <a:pt x="70" y="4"/>
                      </a:lnTo>
                      <a:lnTo>
                        <a:pt x="65" y="0"/>
                      </a:lnTo>
                      <a:lnTo>
                        <a:pt x="58" y="1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8" name="Group 78">
                <a:extLst>
                  <a:ext uri="{FF2B5EF4-FFF2-40B4-BE49-F238E27FC236}">
                    <a16:creationId xmlns:a16="http://schemas.microsoft.com/office/drawing/2014/main" id="{DC93BFC4-25F1-B028-5A9F-A8AAFA1ACEFD}"/>
                  </a:ext>
                </a:extLst>
              </p:cNvPr>
              <p:cNvGrpSpPr/>
              <p:nvPr/>
            </p:nvGrpSpPr>
            <p:grpSpPr>
              <a:xfrm>
                <a:off x="6672025" y="4415551"/>
                <a:ext cx="171867" cy="215494"/>
                <a:chOff x="5106627" y="2260366"/>
                <a:chExt cx="324452" cy="406813"/>
              </a:xfrm>
              <a:grpFill/>
            </p:grpSpPr>
            <p:sp>
              <p:nvSpPr>
                <p:cNvPr id="114" name="Freeform 80">
                  <a:extLst>
                    <a:ext uri="{FF2B5EF4-FFF2-40B4-BE49-F238E27FC236}">
                      <a16:creationId xmlns:a16="http://schemas.microsoft.com/office/drawing/2014/main" id="{A696F27B-5BEF-3680-98A5-0C47C9A0D64D}"/>
                    </a:ext>
                  </a:extLst>
                </p:cNvPr>
                <p:cNvSpPr/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5" name="Freeform 81">
                  <a:extLst>
                    <a:ext uri="{FF2B5EF4-FFF2-40B4-BE49-F238E27FC236}">
                      <a16:creationId xmlns:a16="http://schemas.microsoft.com/office/drawing/2014/main" id="{90A9DC92-21E3-8A92-33E4-12BC7CD7DC70}"/>
                    </a:ext>
                  </a:extLst>
                </p:cNvPr>
                <p:cNvSpPr/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6" name="Freeform 82">
                  <a:extLst>
                    <a:ext uri="{FF2B5EF4-FFF2-40B4-BE49-F238E27FC236}">
                      <a16:creationId xmlns:a16="http://schemas.microsoft.com/office/drawing/2014/main" id="{F49F1B23-E415-17B8-3C74-28F325ED8EBB}"/>
                    </a:ext>
                  </a:extLst>
                </p:cNvPr>
                <p:cNvSpPr/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7" name="Oval 83">
                  <a:extLst>
                    <a:ext uri="{FF2B5EF4-FFF2-40B4-BE49-F238E27FC236}">
                      <a16:creationId xmlns:a16="http://schemas.microsoft.com/office/drawing/2014/main" id="{74E295E6-DCD3-EB3A-9D68-B04E1DF24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99" name="Group 83">
                <a:extLst>
                  <a:ext uri="{FF2B5EF4-FFF2-40B4-BE49-F238E27FC236}">
                    <a16:creationId xmlns:a16="http://schemas.microsoft.com/office/drawing/2014/main" id="{4584AD0B-2FDD-38B2-D415-F56685019549}"/>
                  </a:ext>
                </a:extLst>
              </p:cNvPr>
              <p:cNvGrpSpPr/>
              <p:nvPr/>
            </p:nvGrpSpPr>
            <p:grpSpPr>
              <a:xfrm flipH="1">
                <a:off x="5547932" y="4033906"/>
                <a:ext cx="141392" cy="115055"/>
                <a:chOff x="1550139" y="1314466"/>
                <a:chExt cx="509139" cy="414300"/>
              </a:xfrm>
              <a:grpFill/>
            </p:grpSpPr>
            <p:sp>
              <p:nvSpPr>
                <p:cNvPr id="111" name="Freeform 5">
                  <a:extLst>
                    <a:ext uri="{FF2B5EF4-FFF2-40B4-BE49-F238E27FC236}">
                      <a16:creationId xmlns:a16="http://schemas.microsoft.com/office/drawing/2014/main" id="{EED395B1-111F-0915-0209-028753C6A4B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550139" y="1314466"/>
                  <a:ext cx="509139" cy="414300"/>
                </a:xfrm>
                <a:custGeom>
                  <a:avLst/>
                  <a:gdLst>
                    <a:gd name="T0" fmla="*/ 78 w 153"/>
                    <a:gd name="T1" fmla="*/ 0 h 125"/>
                    <a:gd name="T2" fmla="*/ 0 w 153"/>
                    <a:gd name="T3" fmla="*/ 69 h 125"/>
                    <a:gd name="T4" fmla="*/ 15 w 153"/>
                    <a:gd name="T5" fmla="*/ 69 h 125"/>
                    <a:gd name="T6" fmla="*/ 21 w 153"/>
                    <a:gd name="T7" fmla="*/ 64 h 125"/>
                    <a:gd name="T8" fmla="*/ 21 w 153"/>
                    <a:gd name="T9" fmla="*/ 121 h 125"/>
                    <a:gd name="T10" fmla="*/ 24 w 153"/>
                    <a:gd name="T11" fmla="*/ 125 h 125"/>
                    <a:gd name="T12" fmla="*/ 62 w 153"/>
                    <a:gd name="T13" fmla="*/ 125 h 125"/>
                    <a:gd name="T14" fmla="*/ 63 w 153"/>
                    <a:gd name="T15" fmla="*/ 93 h 125"/>
                    <a:gd name="T16" fmla="*/ 67 w 153"/>
                    <a:gd name="T17" fmla="*/ 88 h 125"/>
                    <a:gd name="T18" fmla="*/ 83 w 153"/>
                    <a:gd name="T19" fmla="*/ 88 h 125"/>
                    <a:gd name="T20" fmla="*/ 89 w 153"/>
                    <a:gd name="T21" fmla="*/ 93 h 125"/>
                    <a:gd name="T22" fmla="*/ 89 w 153"/>
                    <a:gd name="T23" fmla="*/ 125 h 125"/>
                    <a:gd name="T24" fmla="*/ 126 w 153"/>
                    <a:gd name="T25" fmla="*/ 125 h 125"/>
                    <a:gd name="T26" fmla="*/ 130 w 153"/>
                    <a:gd name="T27" fmla="*/ 120 h 125"/>
                    <a:gd name="T28" fmla="*/ 130 w 153"/>
                    <a:gd name="T29" fmla="*/ 63 h 125"/>
                    <a:gd name="T30" fmla="*/ 136 w 153"/>
                    <a:gd name="T31" fmla="*/ 69 h 125"/>
                    <a:gd name="T32" fmla="*/ 153 w 153"/>
                    <a:gd name="T33" fmla="*/ 69 h 125"/>
                    <a:gd name="T34" fmla="*/ 78 w 153"/>
                    <a:gd name="T35" fmla="*/ 0 h 125"/>
                    <a:gd name="T36" fmla="*/ 76 w 153"/>
                    <a:gd name="T37" fmla="*/ 76 h 125"/>
                    <a:gd name="T38" fmla="*/ 60 w 153"/>
                    <a:gd name="T39" fmla="*/ 60 h 125"/>
                    <a:gd name="T40" fmla="*/ 76 w 153"/>
                    <a:gd name="T41" fmla="*/ 43 h 125"/>
                    <a:gd name="T42" fmla="*/ 92 w 153"/>
                    <a:gd name="T43" fmla="*/ 60 h 125"/>
                    <a:gd name="T44" fmla="*/ 76 w 153"/>
                    <a:gd name="T45" fmla="*/ 7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" h="125">
                      <a:moveTo>
                        <a:pt x="78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69"/>
                        <a:pt x="5" y="78"/>
                        <a:pt x="15" y="69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21" y="121"/>
                        <a:pt x="21" y="125"/>
                        <a:pt x="24" y="125"/>
                      </a:cubicBezTo>
                      <a:cubicBezTo>
                        <a:pt x="28" y="125"/>
                        <a:pt x="62" y="125"/>
                        <a:pt x="62" y="125"/>
                      </a:cubicBezTo>
                      <a:cubicBezTo>
                        <a:pt x="63" y="93"/>
                        <a:pt x="63" y="93"/>
                        <a:pt x="63" y="93"/>
                      </a:cubicBezTo>
                      <a:cubicBezTo>
                        <a:pt x="63" y="93"/>
                        <a:pt x="62" y="88"/>
                        <a:pt x="67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9" y="88"/>
                        <a:pt x="89" y="93"/>
                        <a:pt x="89" y="93"/>
                      </a:cubicBezTo>
                      <a:cubicBezTo>
                        <a:pt x="89" y="125"/>
                        <a:pt x="89" y="125"/>
                        <a:pt x="89" y="125"/>
                      </a:cubicBezTo>
                      <a:cubicBezTo>
                        <a:pt x="89" y="125"/>
                        <a:pt x="121" y="125"/>
                        <a:pt x="126" y="125"/>
                      </a:cubicBezTo>
                      <a:cubicBezTo>
                        <a:pt x="131" y="125"/>
                        <a:pt x="130" y="120"/>
                        <a:pt x="130" y="120"/>
                      </a:cubicBezTo>
                      <a:cubicBezTo>
                        <a:pt x="130" y="63"/>
                        <a:pt x="130" y="63"/>
                        <a:pt x="130" y="63"/>
                      </a:cubicBezTo>
                      <a:cubicBezTo>
                        <a:pt x="136" y="69"/>
                        <a:pt x="136" y="69"/>
                        <a:pt x="136" y="69"/>
                      </a:cubicBezTo>
                      <a:cubicBezTo>
                        <a:pt x="148" y="77"/>
                        <a:pt x="153" y="69"/>
                        <a:pt x="153" y="69"/>
                      </a:cubicBezTo>
                      <a:lnTo>
                        <a:pt x="78" y="0"/>
                      </a:lnTo>
                      <a:close/>
                      <a:moveTo>
                        <a:pt x="76" y="76"/>
                      </a:moveTo>
                      <a:cubicBezTo>
                        <a:pt x="67" y="76"/>
                        <a:pt x="60" y="69"/>
                        <a:pt x="60" y="60"/>
                      </a:cubicBezTo>
                      <a:cubicBezTo>
                        <a:pt x="60" y="50"/>
                        <a:pt x="67" y="43"/>
                        <a:pt x="76" y="43"/>
                      </a:cubicBezTo>
                      <a:cubicBezTo>
                        <a:pt x="85" y="43"/>
                        <a:pt x="92" y="50"/>
                        <a:pt x="92" y="60"/>
                      </a:cubicBezTo>
                      <a:cubicBezTo>
                        <a:pt x="92" y="69"/>
                        <a:pt x="85" y="76"/>
                        <a:pt x="76" y="7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2" name="Freeform 6">
                  <a:extLst>
                    <a:ext uri="{FF2B5EF4-FFF2-40B4-BE49-F238E27FC236}">
                      <a16:creationId xmlns:a16="http://schemas.microsoft.com/office/drawing/2014/main" id="{B9D48D96-0F59-5A07-F553-9C12556F8BBF}"/>
                    </a:ext>
                  </a:extLst>
                </p:cNvPr>
                <p:cNvSpPr/>
                <p:nvPr/>
              </p:nvSpPr>
              <p:spPr bwMode="auto">
                <a:xfrm>
                  <a:off x="1949464" y="1366877"/>
                  <a:ext cx="49916" cy="102328"/>
                </a:xfrm>
                <a:custGeom>
                  <a:avLst/>
                  <a:gdLst>
                    <a:gd name="T0" fmla="*/ 20 w 20"/>
                    <a:gd name="T1" fmla="*/ 41 h 41"/>
                    <a:gd name="T2" fmla="*/ 20 w 20"/>
                    <a:gd name="T3" fmla="*/ 0 h 41"/>
                    <a:gd name="T4" fmla="*/ 0 w 20"/>
                    <a:gd name="T5" fmla="*/ 0 h 41"/>
                    <a:gd name="T6" fmla="*/ 0 w 20"/>
                    <a:gd name="T7" fmla="*/ 24 h 41"/>
                    <a:gd name="T8" fmla="*/ 20 w 20"/>
                    <a:gd name="T9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41">
                      <a:moveTo>
                        <a:pt x="20" y="41"/>
                      </a:moveTo>
                      <a:lnTo>
                        <a:pt x="20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3" name="Oval 7">
                  <a:extLst>
                    <a:ext uri="{FF2B5EF4-FFF2-40B4-BE49-F238E27FC236}">
                      <a16:creationId xmlns:a16="http://schemas.microsoft.com/office/drawing/2014/main" id="{3F24A556-0BB6-4D66-36AD-6504728520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7255" y="1484179"/>
                  <a:ext cx="52412" cy="54907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100" name="Freeform 10">
                <a:extLst>
                  <a:ext uri="{FF2B5EF4-FFF2-40B4-BE49-F238E27FC236}">
                    <a16:creationId xmlns:a16="http://schemas.microsoft.com/office/drawing/2014/main" id="{56EB903A-1448-DC78-3246-D73095B58A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54116" y="3165250"/>
                <a:ext cx="162038" cy="142413"/>
              </a:xfrm>
              <a:custGeom>
                <a:avLst/>
                <a:gdLst>
                  <a:gd name="T0" fmla="*/ 121 w 122"/>
                  <a:gd name="T1" fmla="*/ 103 h 107"/>
                  <a:gd name="T2" fmla="*/ 63 w 122"/>
                  <a:gd name="T3" fmla="*/ 1 h 107"/>
                  <a:gd name="T4" fmla="*/ 61 w 122"/>
                  <a:gd name="T5" fmla="*/ 0 h 107"/>
                  <a:gd name="T6" fmla="*/ 59 w 122"/>
                  <a:gd name="T7" fmla="*/ 1 h 107"/>
                  <a:gd name="T8" fmla="*/ 1 w 122"/>
                  <a:gd name="T9" fmla="*/ 103 h 107"/>
                  <a:gd name="T10" fmla="*/ 0 w 122"/>
                  <a:gd name="T11" fmla="*/ 105 h 107"/>
                  <a:gd name="T12" fmla="*/ 0 w 122"/>
                  <a:gd name="T13" fmla="*/ 106 h 107"/>
                  <a:gd name="T14" fmla="*/ 3 w 122"/>
                  <a:gd name="T15" fmla="*/ 107 h 107"/>
                  <a:gd name="T16" fmla="*/ 119 w 122"/>
                  <a:gd name="T17" fmla="*/ 107 h 107"/>
                  <a:gd name="T18" fmla="*/ 121 w 122"/>
                  <a:gd name="T19" fmla="*/ 106 h 107"/>
                  <a:gd name="T20" fmla="*/ 121 w 122"/>
                  <a:gd name="T21" fmla="*/ 103 h 107"/>
                  <a:gd name="T22" fmla="*/ 55 w 122"/>
                  <a:gd name="T23" fmla="*/ 38 h 107"/>
                  <a:gd name="T24" fmla="*/ 67 w 122"/>
                  <a:gd name="T25" fmla="*/ 38 h 107"/>
                  <a:gd name="T26" fmla="*/ 67 w 122"/>
                  <a:gd name="T27" fmla="*/ 76 h 107"/>
                  <a:gd name="T28" fmla="*/ 55 w 122"/>
                  <a:gd name="T29" fmla="*/ 76 h 107"/>
                  <a:gd name="T30" fmla="*/ 55 w 122"/>
                  <a:gd name="T31" fmla="*/ 38 h 107"/>
                  <a:gd name="T32" fmla="*/ 61 w 122"/>
                  <a:gd name="T33" fmla="*/ 97 h 107"/>
                  <a:gd name="T34" fmla="*/ 55 w 122"/>
                  <a:gd name="T35" fmla="*/ 91 h 107"/>
                  <a:gd name="T36" fmla="*/ 61 w 122"/>
                  <a:gd name="T37" fmla="*/ 86 h 107"/>
                  <a:gd name="T38" fmla="*/ 67 w 122"/>
                  <a:gd name="T39" fmla="*/ 91 h 107"/>
                  <a:gd name="T40" fmla="*/ 61 w 122"/>
                  <a:gd name="T41" fmla="*/ 9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07">
                    <a:moveTo>
                      <a:pt x="121" y="103"/>
                    </a:move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2" y="0"/>
                      <a:pt x="61" y="0"/>
                    </a:cubicBezTo>
                    <a:cubicBezTo>
                      <a:pt x="60" y="0"/>
                      <a:pt x="59" y="1"/>
                      <a:pt x="59" y="1"/>
                    </a:cubicBez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4"/>
                      <a:pt x="0" y="104"/>
                      <a:pt x="0" y="10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" y="107"/>
                      <a:pt x="2" y="107"/>
                      <a:pt x="3" y="107"/>
                    </a:cubicBezTo>
                    <a:cubicBezTo>
                      <a:pt x="119" y="107"/>
                      <a:pt x="119" y="107"/>
                      <a:pt x="119" y="107"/>
                    </a:cubicBezTo>
                    <a:cubicBezTo>
                      <a:pt x="120" y="107"/>
                      <a:pt x="121" y="107"/>
                      <a:pt x="121" y="106"/>
                    </a:cubicBezTo>
                    <a:cubicBezTo>
                      <a:pt x="122" y="105"/>
                      <a:pt x="122" y="104"/>
                      <a:pt x="121" y="103"/>
                    </a:cubicBezTo>
                    <a:close/>
                    <a:moveTo>
                      <a:pt x="55" y="38"/>
                    </a:move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55" y="76"/>
                      <a:pt x="55" y="76"/>
                      <a:pt x="55" y="76"/>
                    </a:cubicBezTo>
                    <a:lnTo>
                      <a:pt x="55" y="38"/>
                    </a:lnTo>
                    <a:close/>
                    <a:moveTo>
                      <a:pt x="61" y="97"/>
                    </a:moveTo>
                    <a:cubicBezTo>
                      <a:pt x="57" y="97"/>
                      <a:pt x="55" y="95"/>
                      <a:pt x="55" y="91"/>
                    </a:cubicBezTo>
                    <a:cubicBezTo>
                      <a:pt x="55" y="88"/>
                      <a:pt x="57" y="86"/>
                      <a:pt x="61" y="86"/>
                    </a:cubicBezTo>
                    <a:cubicBezTo>
                      <a:pt x="65" y="86"/>
                      <a:pt x="67" y="88"/>
                      <a:pt x="67" y="91"/>
                    </a:cubicBezTo>
                    <a:cubicBezTo>
                      <a:pt x="67" y="95"/>
                      <a:pt x="65" y="97"/>
                      <a:pt x="61" y="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1" name="Freeform 13">
                <a:extLst>
                  <a:ext uri="{FF2B5EF4-FFF2-40B4-BE49-F238E27FC236}">
                    <a16:creationId xmlns:a16="http://schemas.microsoft.com/office/drawing/2014/main" id="{36CEB503-1183-5A8A-9578-F38D97315C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1830" y="4832315"/>
                <a:ext cx="152839" cy="135000"/>
              </a:xfrm>
              <a:custGeom>
                <a:avLst/>
                <a:gdLst>
                  <a:gd name="T0" fmla="*/ 132 w 134"/>
                  <a:gd name="T1" fmla="*/ 16 h 118"/>
                  <a:gd name="T2" fmla="*/ 120 w 134"/>
                  <a:gd name="T3" fmla="*/ 4 h 118"/>
                  <a:gd name="T4" fmla="*/ 115 w 134"/>
                  <a:gd name="T5" fmla="*/ 4 h 118"/>
                  <a:gd name="T6" fmla="*/ 113 w 134"/>
                  <a:gd name="T7" fmla="*/ 8 h 118"/>
                  <a:gd name="T8" fmla="*/ 111 w 134"/>
                  <a:gd name="T9" fmla="*/ 8 h 118"/>
                  <a:gd name="T10" fmla="*/ 111 w 134"/>
                  <a:gd name="T11" fmla="*/ 8 h 118"/>
                  <a:gd name="T12" fmla="*/ 80 w 134"/>
                  <a:gd name="T13" fmla="*/ 39 h 118"/>
                  <a:gd name="T14" fmla="*/ 78 w 134"/>
                  <a:gd name="T15" fmla="*/ 47 h 118"/>
                  <a:gd name="T16" fmla="*/ 82 w 134"/>
                  <a:gd name="T17" fmla="*/ 50 h 118"/>
                  <a:gd name="T18" fmla="*/ 82 w 134"/>
                  <a:gd name="T19" fmla="*/ 50 h 118"/>
                  <a:gd name="T20" fmla="*/ 82 w 134"/>
                  <a:gd name="T21" fmla="*/ 50 h 118"/>
                  <a:gd name="T22" fmla="*/ 75 w 134"/>
                  <a:gd name="T23" fmla="*/ 57 h 118"/>
                  <a:gd name="T24" fmla="*/ 53 w 134"/>
                  <a:gd name="T25" fmla="*/ 35 h 118"/>
                  <a:gd name="T26" fmla="*/ 46 w 134"/>
                  <a:gd name="T27" fmla="*/ 9 h 118"/>
                  <a:gd name="T28" fmla="*/ 21 w 134"/>
                  <a:gd name="T29" fmla="*/ 2 h 118"/>
                  <a:gd name="T30" fmla="*/ 36 w 134"/>
                  <a:gd name="T31" fmla="*/ 17 h 118"/>
                  <a:gd name="T32" fmla="*/ 32 w 134"/>
                  <a:gd name="T33" fmla="*/ 32 h 118"/>
                  <a:gd name="T34" fmla="*/ 17 w 134"/>
                  <a:gd name="T35" fmla="*/ 36 h 118"/>
                  <a:gd name="T36" fmla="*/ 2 w 134"/>
                  <a:gd name="T37" fmla="*/ 21 h 118"/>
                  <a:gd name="T38" fmla="*/ 9 w 134"/>
                  <a:gd name="T39" fmla="*/ 46 h 118"/>
                  <a:gd name="T40" fmla="*/ 36 w 134"/>
                  <a:gd name="T41" fmla="*/ 53 h 118"/>
                  <a:gd name="T42" fmla="*/ 36 w 134"/>
                  <a:gd name="T43" fmla="*/ 53 h 118"/>
                  <a:gd name="T44" fmla="*/ 58 w 134"/>
                  <a:gd name="T45" fmla="*/ 74 h 118"/>
                  <a:gd name="T46" fmla="*/ 37 w 134"/>
                  <a:gd name="T47" fmla="*/ 95 h 118"/>
                  <a:gd name="T48" fmla="*/ 36 w 134"/>
                  <a:gd name="T49" fmla="*/ 94 h 118"/>
                  <a:gd name="T50" fmla="*/ 30 w 134"/>
                  <a:gd name="T51" fmla="*/ 99 h 118"/>
                  <a:gd name="T52" fmla="*/ 20 w 134"/>
                  <a:gd name="T53" fmla="*/ 114 h 118"/>
                  <a:gd name="T54" fmla="*/ 23 w 134"/>
                  <a:gd name="T55" fmla="*/ 116 h 118"/>
                  <a:gd name="T56" fmla="*/ 38 w 134"/>
                  <a:gd name="T57" fmla="*/ 107 h 118"/>
                  <a:gd name="T58" fmla="*/ 43 w 134"/>
                  <a:gd name="T59" fmla="*/ 101 h 118"/>
                  <a:gd name="T60" fmla="*/ 42 w 134"/>
                  <a:gd name="T61" fmla="*/ 100 h 118"/>
                  <a:gd name="T62" fmla="*/ 62 w 134"/>
                  <a:gd name="T63" fmla="*/ 79 h 118"/>
                  <a:gd name="T64" fmla="*/ 98 w 134"/>
                  <a:gd name="T65" fmla="*/ 114 h 118"/>
                  <a:gd name="T66" fmla="*/ 106 w 134"/>
                  <a:gd name="T67" fmla="*/ 118 h 118"/>
                  <a:gd name="T68" fmla="*/ 115 w 134"/>
                  <a:gd name="T69" fmla="*/ 114 h 118"/>
                  <a:gd name="T70" fmla="*/ 115 w 134"/>
                  <a:gd name="T71" fmla="*/ 97 h 118"/>
                  <a:gd name="T72" fmla="*/ 80 w 134"/>
                  <a:gd name="T73" fmla="*/ 62 h 118"/>
                  <a:gd name="T74" fmla="*/ 87 w 134"/>
                  <a:gd name="T75" fmla="*/ 55 h 118"/>
                  <a:gd name="T76" fmla="*/ 90 w 134"/>
                  <a:gd name="T77" fmla="*/ 58 h 118"/>
                  <a:gd name="T78" fmla="*/ 97 w 134"/>
                  <a:gd name="T79" fmla="*/ 56 h 118"/>
                  <a:gd name="T80" fmla="*/ 127 w 134"/>
                  <a:gd name="T81" fmla="*/ 26 h 118"/>
                  <a:gd name="T82" fmla="*/ 128 w 134"/>
                  <a:gd name="T83" fmla="*/ 25 h 118"/>
                  <a:gd name="T84" fmla="*/ 128 w 134"/>
                  <a:gd name="T85" fmla="*/ 25 h 118"/>
                  <a:gd name="T86" fmla="*/ 129 w 134"/>
                  <a:gd name="T87" fmla="*/ 23 h 118"/>
                  <a:gd name="T88" fmla="*/ 132 w 134"/>
                  <a:gd name="T89" fmla="*/ 22 h 118"/>
                  <a:gd name="T90" fmla="*/ 132 w 134"/>
                  <a:gd name="T91" fmla="*/ 16 h 118"/>
                  <a:gd name="T92" fmla="*/ 108 w 134"/>
                  <a:gd name="T93" fmla="*/ 103 h 118"/>
                  <a:gd name="T94" fmla="*/ 112 w 134"/>
                  <a:gd name="T95" fmla="*/ 108 h 118"/>
                  <a:gd name="T96" fmla="*/ 108 w 134"/>
                  <a:gd name="T97" fmla="*/ 112 h 118"/>
                  <a:gd name="T98" fmla="*/ 103 w 134"/>
                  <a:gd name="T99" fmla="*/ 108 h 118"/>
                  <a:gd name="T100" fmla="*/ 108 w 134"/>
                  <a:gd name="T101" fmla="*/ 103 h 118"/>
                  <a:gd name="T102" fmla="*/ 90 w 134"/>
                  <a:gd name="T103" fmla="*/ 41 h 118"/>
                  <a:gd name="T104" fmla="*/ 88 w 134"/>
                  <a:gd name="T105" fmla="*/ 39 h 118"/>
                  <a:gd name="T106" fmla="*/ 111 w 134"/>
                  <a:gd name="T107" fmla="*/ 16 h 118"/>
                  <a:gd name="T108" fmla="*/ 113 w 134"/>
                  <a:gd name="T109" fmla="*/ 18 h 118"/>
                  <a:gd name="T110" fmla="*/ 90 w 134"/>
                  <a:gd name="T111" fmla="*/ 41 h 118"/>
                  <a:gd name="T112" fmla="*/ 98 w 134"/>
                  <a:gd name="T113" fmla="*/ 48 h 118"/>
                  <a:gd name="T114" fmla="*/ 96 w 134"/>
                  <a:gd name="T115" fmla="*/ 46 h 118"/>
                  <a:gd name="T116" fmla="*/ 118 w 134"/>
                  <a:gd name="T117" fmla="*/ 23 h 118"/>
                  <a:gd name="T118" fmla="*/ 120 w 134"/>
                  <a:gd name="T119" fmla="*/ 25 h 118"/>
                  <a:gd name="T120" fmla="*/ 98 w 134"/>
                  <a:gd name="T121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4" h="118">
                    <a:moveTo>
                      <a:pt x="132" y="16"/>
                    </a:moveTo>
                    <a:cubicBezTo>
                      <a:pt x="120" y="4"/>
                      <a:pt x="120" y="4"/>
                      <a:pt x="120" y="4"/>
                    </a:cubicBezTo>
                    <a:cubicBezTo>
                      <a:pt x="119" y="2"/>
                      <a:pt x="116" y="2"/>
                      <a:pt x="115" y="4"/>
                    </a:cubicBezTo>
                    <a:cubicBezTo>
                      <a:pt x="114" y="5"/>
                      <a:pt x="113" y="6"/>
                      <a:pt x="113" y="8"/>
                    </a:cubicBezTo>
                    <a:cubicBezTo>
                      <a:pt x="113" y="8"/>
                      <a:pt x="112" y="8"/>
                      <a:pt x="111" y="8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81" y="42"/>
                      <a:pt x="80" y="44"/>
                      <a:pt x="78" y="47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6" y="26"/>
                      <a:pt x="53" y="16"/>
                      <a:pt x="46" y="9"/>
                    </a:cubicBezTo>
                    <a:cubicBezTo>
                      <a:pt x="39" y="2"/>
                      <a:pt x="30" y="0"/>
                      <a:pt x="21" y="2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2" y="39"/>
                      <a:pt x="9" y="46"/>
                    </a:cubicBezTo>
                    <a:cubicBezTo>
                      <a:pt x="16" y="54"/>
                      <a:pt x="27" y="56"/>
                      <a:pt x="36" y="53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37" y="95"/>
                      <a:pt x="37" y="95"/>
                      <a:pt x="37" y="95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0" y="99"/>
                      <a:pt x="30" y="99"/>
                      <a:pt x="30" y="99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3" y="116"/>
                      <a:pt x="23" y="116"/>
                      <a:pt x="23" y="11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00" y="117"/>
                      <a:pt x="103" y="118"/>
                      <a:pt x="106" y="118"/>
                    </a:cubicBezTo>
                    <a:cubicBezTo>
                      <a:pt x="110" y="118"/>
                      <a:pt x="113" y="117"/>
                      <a:pt x="115" y="114"/>
                    </a:cubicBezTo>
                    <a:cubicBezTo>
                      <a:pt x="120" y="110"/>
                      <a:pt x="120" y="102"/>
                      <a:pt x="115" y="97"/>
                    </a:cubicBezTo>
                    <a:cubicBezTo>
                      <a:pt x="80" y="62"/>
                      <a:pt x="80" y="62"/>
                      <a:pt x="80" y="62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2" y="56"/>
                      <a:pt x="95" y="56"/>
                      <a:pt x="97" y="56"/>
                    </a:cubicBezTo>
                    <a:cubicBezTo>
                      <a:pt x="127" y="26"/>
                      <a:pt x="127" y="26"/>
                      <a:pt x="127" y="26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9" y="24"/>
                      <a:pt x="129" y="23"/>
                    </a:cubicBezTo>
                    <a:cubicBezTo>
                      <a:pt x="130" y="23"/>
                      <a:pt x="131" y="23"/>
                      <a:pt x="132" y="22"/>
                    </a:cubicBezTo>
                    <a:cubicBezTo>
                      <a:pt x="134" y="20"/>
                      <a:pt x="134" y="17"/>
                      <a:pt x="132" y="16"/>
                    </a:cubicBezTo>
                    <a:close/>
                    <a:moveTo>
                      <a:pt x="108" y="103"/>
                    </a:moveTo>
                    <a:cubicBezTo>
                      <a:pt x="110" y="103"/>
                      <a:pt x="112" y="105"/>
                      <a:pt x="112" y="108"/>
                    </a:cubicBezTo>
                    <a:cubicBezTo>
                      <a:pt x="112" y="110"/>
                      <a:pt x="110" y="112"/>
                      <a:pt x="108" y="112"/>
                    </a:cubicBezTo>
                    <a:cubicBezTo>
                      <a:pt x="105" y="112"/>
                      <a:pt x="103" y="110"/>
                      <a:pt x="103" y="108"/>
                    </a:cubicBezTo>
                    <a:cubicBezTo>
                      <a:pt x="103" y="105"/>
                      <a:pt x="105" y="103"/>
                      <a:pt x="108" y="103"/>
                    </a:cubicBezTo>
                    <a:close/>
                    <a:moveTo>
                      <a:pt x="90" y="4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3" y="18"/>
                      <a:pt x="113" y="18"/>
                      <a:pt x="113" y="18"/>
                    </a:cubicBezTo>
                    <a:lnTo>
                      <a:pt x="90" y="41"/>
                    </a:lnTo>
                    <a:close/>
                    <a:moveTo>
                      <a:pt x="98" y="48"/>
                    </a:moveTo>
                    <a:cubicBezTo>
                      <a:pt x="96" y="46"/>
                      <a:pt x="96" y="46"/>
                      <a:pt x="96" y="46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8" y="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102" name="Group 89">
                <a:extLst>
                  <a:ext uri="{FF2B5EF4-FFF2-40B4-BE49-F238E27FC236}">
                    <a16:creationId xmlns:a16="http://schemas.microsoft.com/office/drawing/2014/main" id="{CC5CC448-D890-4477-CCC7-B4E61DC22EAC}"/>
                  </a:ext>
                </a:extLst>
              </p:cNvPr>
              <p:cNvGrpSpPr/>
              <p:nvPr/>
            </p:nvGrpSpPr>
            <p:grpSpPr>
              <a:xfrm flipH="1">
                <a:off x="5864987" y="3924368"/>
                <a:ext cx="125925" cy="90008"/>
                <a:chOff x="1585913" y="1584325"/>
                <a:chExt cx="461963" cy="330201"/>
              </a:xfrm>
              <a:grpFill/>
            </p:grpSpPr>
            <p:sp>
              <p:nvSpPr>
                <p:cNvPr id="109" name="Freeform 13">
                  <a:extLst>
                    <a:ext uri="{FF2B5EF4-FFF2-40B4-BE49-F238E27FC236}">
                      <a16:creationId xmlns:a16="http://schemas.microsoft.com/office/drawing/2014/main" id="{91844149-467B-D593-5E80-184D0459A583}"/>
                    </a:ext>
                  </a:extLst>
                </p:cNvPr>
                <p:cNvSpPr/>
                <p:nvPr/>
              </p:nvSpPr>
              <p:spPr bwMode="auto">
                <a:xfrm>
                  <a:off x="1585913" y="1646238"/>
                  <a:ext cx="461963" cy="268288"/>
                </a:xfrm>
                <a:custGeom>
                  <a:avLst/>
                  <a:gdLst>
                    <a:gd name="T0" fmla="*/ 0 w 291"/>
                    <a:gd name="T1" fmla="*/ 0 h 169"/>
                    <a:gd name="T2" fmla="*/ 0 w 291"/>
                    <a:gd name="T3" fmla="*/ 169 h 169"/>
                    <a:gd name="T4" fmla="*/ 291 w 291"/>
                    <a:gd name="T5" fmla="*/ 169 h 169"/>
                    <a:gd name="T6" fmla="*/ 291 w 291"/>
                    <a:gd name="T7" fmla="*/ 0 h 169"/>
                    <a:gd name="T8" fmla="*/ 146 w 291"/>
                    <a:gd name="T9" fmla="*/ 105 h 169"/>
                    <a:gd name="T10" fmla="*/ 0 w 291"/>
                    <a:gd name="T11" fmla="*/ 0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1" h="169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291" y="169"/>
                      </a:lnTo>
                      <a:lnTo>
                        <a:pt x="291" y="0"/>
                      </a:lnTo>
                      <a:lnTo>
                        <a:pt x="146" y="10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10" name="Freeform 14">
                  <a:extLst>
                    <a:ext uri="{FF2B5EF4-FFF2-40B4-BE49-F238E27FC236}">
                      <a16:creationId xmlns:a16="http://schemas.microsoft.com/office/drawing/2014/main" id="{19A5D020-FB6C-C440-BCF2-A5195D5C5161}"/>
                    </a:ext>
                  </a:extLst>
                </p:cNvPr>
                <p:cNvSpPr/>
                <p:nvPr/>
              </p:nvSpPr>
              <p:spPr bwMode="auto">
                <a:xfrm>
                  <a:off x="1585913" y="1584325"/>
                  <a:ext cx="461963" cy="192088"/>
                </a:xfrm>
                <a:custGeom>
                  <a:avLst/>
                  <a:gdLst>
                    <a:gd name="T0" fmla="*/ 291 w 291"/>
                    <a:gd name="T1" fmla="*/ 17 h 121"/>
                    <a:gd name="T2" fmla="*/ 291 w 291"/>
                    <a:gd name="T3" fmla="*/ 0 h 121"/>
                    <a:gd name="T4" fmla="*/ 0 w 291"/>
                    <a:gd name="T5" fmla="*/ 0 h 121"/>
                    <a:gd name="T6" fmla="*/ 0 w 291"/>
                    <a:gd name="T7" fmla="*/ 17 h 121"/>
                    <a:gd name="T8" fmla="*/ 146 w 291"/>
                    <a:gd name="T9" fmla="*/ 121 h 121"/>
                    <a:gd name="T10" fmla="*/ 291 w 291"/>
                    <a:gd name="T11" fmla="*/ 1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1" h="120">
                      <a:moveTo>
                        <a:pt x="291" y="17"/>
                      </a:moveTo>
                      <a:lnTo>
                        <a:pt x="291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146" y="121"/>
                      </a:lnTo>
                      <a:lnTo>
                        <a:pt x="291" y="1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103" name="Group 92">
                <a:extLst>
                  <a:ext uri="{FF2B5EF4-FFF2-40B4-BE49-F238E27FC236}">
                    <a16:creationId xmlns:a16="http://schemas.microsoft.com/office/drawing/2014/main" id="{53BF9770-BC15-9B57-7DC5-49DB66FBA273}"/>
                  </a:ext>
                </a:extLst>
              </p:cNvPr>
              <p:cNvGrpSpPr/>
              <p:nvPr/>
            </p:nvGrpSpPr>
            <p:grpSpPr>
              <a:xfrm>
                <a:off x="7155332" y="2316256"/>
                <a:ext cx="172001" cy="107139"/>
                <a:chOff x="5172076" y="1938338"/>
                <a:chExt cx="471488" cy="293688"/>
              </a:xfrm>
              <a:grpFill/>
            </p:grpSpPr>
            <p:sp>
              <p:nvSpPr>
                <p:cNvPr id="106" name="Freeform 8">
                  <a:extLst>
                    <a:ext uri="{FF2B5EF4-FFF2-40B4-BE49-F238E27FC236}">
                      <a16:creationId xmlns:a16="http://schemas.microsoft.com/office/drawing/2014/main" id="{B795111D-947B-4023-0963-45CE79DDC2E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172076" y="1938338"/>
                  <a:ext cx="471488" cy="293688"/>
                </a:xfrm>
                <a:custGeom>
                  <a:avLst/>
                  <a:gdLst>
                    <a:gd name="T0" fmla="*/ 113 w 125"/>
                    <a:gd name="T1" fmla="*/ 18 h 78"/>
                    <a:gd name="T2" fmla="*/ 113 w 125"/>
                    <a:gd name="T3" fmla="*/ 0 h 78"/>
                    <a:gd name="T4" fmla="*/ 0 w 125"/>
                    <a:gd name="T5" fmla="*/ 0 h 78"/>
                    <a:gd name="T6" fmla="*/ 0 w 125"/>
                    <a:gd name="T7" fmla="*/ 78 h 78"/>
                    <a:gd name="T8" fmla="*/ 113 w 125"/>
                    <a:gd name="T9" fmla="*/ 78 h 78"/>
                    <a:gd name="T10" fmla="*/ 113 w 125"/>
                    <a:gd name="T11" fmla="*/ 60 h 78"/>
                    <a:gd name="T12" fmla="*/ 125 w 125"/>
                    <a:gd name="T13" fmla="*/ 54 h 78"/>
                    <a:gd name="T14" fmla="*/ 125 w 125"/>
                    <a:gd name="T15" fmla="*/ 26 h 78"/>
                    <a:gd name="T16" fmla="*/ 113 w 125"/>
                    <a:gd name="T17" fmla="*/ 18 h 78"/>
                    <a:gd name="T18" fmla="*/ 104 w 125"/>
                    <a:gd name="T19" fmla="*/ 69 h 78"/>
                    <a:gd name="T20" fmla="*/ 10 w 125"/>
                    <a:gd name="T21" fmla="*/ 69 h 78"/>
                    <a:gd name="T22" fmla="*/ 10 w 125"/>
                    <a:gd name="T23" fmla="*/ 10 h 78"/>
                    <a:gd name="T24" fmla="*/ 104 w 125"/>
                    <a:gd name="T25" fmla="*/ 10 h 78"/>
                    <a:gd name="T26" fmla="*/ 104 w 125"/>
                    <a:gd name="T27" fmla="*/ 69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5" h="78">
                      <a:moveTo>
                        <a:pt x="113" y="18"/>
                      </a:moveTo>
                      <a:cubicBezTo>
                        <a:pt x="113" y="0"/>
                        <a:pt x="113" y="0"/>
                        <a:pt x="11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113" y="78"/>
                        <a:pt x="113" y="78"/>
                        <a:pt x="113" y="78"/>
                      </a:cubicBezTo>
                      <a:cubicBezTo>
                        <a:pt x="113" y="60"/>
                        <a:pt x="113" y="60"/>
                        <a:pt x="113" y="60"/>
                      </a:cubicBezTo>
                      <a:cubicBezTo>
                        <a:pt x="117" y="60"/>
                        <a:pt x="125" y="61"/>
                        <a:pt x="125" y="54"/>
                      </a:cubicBezTo>
                      <a:cubicBezTo>
                        <a:pt x="125" y="26"/>
                        <a:pt x="125" y="26"/>
                        <a:pt x="125" y="26"/>
                      </a:cubicBezTo>
                      <a:cubicBezTo>
                        <a:pt x="125" y="17"/>
                        <a:pt x="116" y="18"/>
                        <a:pt x="113" y="18"/>
                      </a:cubicBezTo>
                      <a:close/>
                      <a:moveTo>
                        <a:pt x="104" y="69"/>
                      </a:moveTo>
                      <a:cubicBezTo>
                        <a:pt x="10" y="69"/>
                        <a:pt x="10" y="69"/>
                        <a:pt x="10" y="69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4" y="10"/>
                        <a:pt x="104" y="10"/>
                        <a:pt x="104" y="10"/>
                      </a:cubicBezTo>
                      <a:lnTo>
                        <a:pt x="104" y="6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07" name="Rectangle 9">
                  <a:extLst>
                    <a:ext uri="{FF2B5EF4-FFF2-40B4-BE49-F238E27FC236}">
                      <a16:creationId xmlns:a16="http://schemas.microsoft.com/office/drawing/2014/main" id="{94D38EFD-B339-3865-D652-57D3E96116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35576" y="2001838"/>
                  <a:ext cx="90488" cy="1666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108" name="Rectangle 10">
                  <a:extLst>
                    <a:ext uri="{FF2B5EF4-FFF2-40B4-BE49-F238E27FC236}">
                      <a16:creationId xmlns:a16="http://schemas.microsoft.com/office/drawing/2014/main" id="{844EAA75-973C-1506-B560-53367F22CB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41938" y="2001838"/>
                  <a:ext cx="85725" cy="1666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vert="horz" wrap="square" lIns="137160" tIns="68580" rIns="137160" bIns="685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104" name="Freeform 10">
                <a:extLst>
                  <a:ext uri="{FF2B5EF4-FFF2-40B4-BE49-F238E27FC236}">
                    <a16:creationId xmlns:a16="http://schemas.microsoft.com/office/drawing/2014/main" id="{7E6E60A2-432F-F72B-8555-ABAF56AEE7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82065" y="1938703"/>
                <a:ext cx="162038" cy="142413"/>
              </a:xfrm>
              <a:custGeom>
                <a:avLst/>
                <a:gdLst>
                  <a:gd name="T0" fmla="*/ 121 w 122"/>
                  <a:gd name="T1" fmla="*/ 103 h 107"/>
                  <a:gd name="T2" fmla="*/ 63 w 122"/>
                  <a:gd name="T3" fmla="*/ 1 h 107"/>
                  <a:gd name="T4" fmla="*/ 61 w 122"/>
                  <a:gd name="T5" fmla="*/ 0 h 107"/>
                  <a:gd name="T6" fmla="*/ 59 w 122"/>
                  <a:gd name="T7" fmla="*/ 1 h 107"/>
                  <a:gd name="T8" fmla="*/ 1 w 122"/>
                  <a:gd name="T9" fmla="*/ 103 h 107"/>
                  <a:gd name="T10" fmla="*/ 0 w 122"/>
                  <a:gd name="T11" fmla="*/ 105 h 107"/>
                  <a:gd name="T12" fmla="*/ 0 w 122"/>
                  <a:gd name="T13" fmla="*/ 106 h 107"/>
                  <a:gd name="T14" fmla="*/ 3 w 122"/>
                  <a:gd name="T15" fmla="*/ 107 h 107"/>
                  <a:gd name="T16" fmla="*/ 119 w 122"/>
                  <a:gd name="T17" fmla="*/ 107 h 107"/>
                  <a:gd name="T18" fmla="*/ 121 w 122"/>
                  <a:gd name="T19" fmla="*/ 106 h 107"/>
                  <a:gd name="T20" fmla="*/ 121 w 122"/>
                  <a:gd name="T21" fmla="*/ 103 h 107"/>
                  <a:gd name="T22" fmla="*/ 55 w 122"/>
                  <a:gd name="T23" fmla="*/ 38 h 107"/>
                  <a:gd name="T24" fmla="*/ 67 w 122"/>
                  <a:gd name="T25" fmla="*/ 38 h 107"/>
                  <a:gd name="T26" fmla="*/ 67 w 122"/>
                  <a:gd name="T27" fmla="*/ 76 h 107"/>
                  <a:gd name="T28" fmla="*/ 55 w 122"/>
                  <a:gd name="T29" fmla="*/ 76 h 107"/>
                  <a:gd name="T30" fmla="*/ 55 w 122"/>
                  <a:gd name="T31" fmla="*/ 38 h 107"/>
                  <a:gd name="T32" fmla="*/ 61 w 122"/>
                  <a:gd name="T33" fmla="*/ 97 h 107"/>
                  <a:gd name="T34" fmla="*/ 55 w 122"/>
                  <a:gd name="T35" fmla="*/ 91 h 107"/>
                  <a:gd name="T36" fmla="*/ 61 w 122"/>
                  <a:gd name="T37" fmla="*/ 86 h 107"/>
                  <a:gd name="T38" fmla="*/ 67 w 122"/>
                  <a:gd name="T39" fmla="*/ 91 h 107"/>
                  <a:gd name="T40" fmla="*/ 61 w 122"/>
                  <a:gd name="T41" fmla="*/ 9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07">
                    <a:moveTo>
                      <a:pt x="121" y="103"/>
                    </a:move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2" y="0"/>
                      <a:pt x="61" y="0"/>
                    </a:cubicBezTo>
                    <a:cubicBezTo>
                      <a:pt x="60" y="0"/>
                      <a:pt x="59" y="1"/>
                      <a:pt x="59" y="1"/>
                    </a:cubicBez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4"/>
                      <a:pt x="0" y="104"/>
                      <a:pt x="0" y="10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" y="107"/>
                      <a:pt x="2" y="107"/>
                      <a:pt x="3" y="107"/>
                    </a:cubicBezTo>
                    <a:cubicBezTo>
                      <a:pt x="119" y="107"/>
                      <a:pt x="119" y="107"/>
                      <a:pt x="119" y="107"/>
                    </a:cubicBezTo>
                    <a:cubicBezTo>
                      <a:pt x="120" y="107"/>
                      <a:pt x="121" y="107"/>
                      <a:pt x="121" y="106"/>
                    </a:cubicBezTo>
                    <a:cubicBezTo>
                      <a:pt x="122" y="105"/>
                      <a:pt x="122" y="104"/>
                      <a:pt x="121" y="103"/>
                    </a:cubicBezTo>
                    <a:close/>
                    <a:moveTo>
                      <a:pt x="55" y="38"/>
                    </a:move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55" y="76"/>
                      <a:pt x="55" y="76"/>
                      <a:pt x="55" y="76"/>
                    </a:cubicBezTo>
                    <a:lnTo>
                      <a:pt x="55" y="38"/>
                    </a:lnTo>
                    <a:close/>
                    <a:moveTo>
                      <a:pt x="61" y="97"/>
                    </a:moveTo>
                    <a:cubicBezTo>
                      <a:pt x="57" y="97"/>
                      <a:pt x="55" y="95"/>
                      <a:pt x="55" y="91"/>
                    </a:cubicBezTo>
                    <a:cubicBezTo>
                      <a:pt x="55" y="88"/>
                      <a:pt x="57" y="86"/>
                      <a:pt x="61" y="86"/>
                    </a:cubicBezTo>
                    <a:cubicBezTo>
                      <a:pt x="65" y="86"/>
                      <a:pt x="67" y="88"/>
                      <a:pt x="67" y="91"/>
                    </a:cubicBezTo>
                    <a:cubicBezTo>
                      <a:pt x="67" y="95"/>
                      <a:pt x="65" y="97"/>
                      <a:pt x="61" y="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5" name="Freeform 13">
                <a:extLst>
                  <a:ext uri="{FF2B5EF4-FFF2-40B4-BE49-F238E27FC236}">
                    <a16:creationId xmlns:a16="http://schemas.microsoft.com/office/drawing/2014/main" id="{020CA4B0-B963-3264-FB20-02B406671C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50219" y="2552303"/>
                <a:ext cx="152839" cy="135000"/>
              </a:xfrm>
              <a:custGeom>
                <a:avLst/>
                <a:gdLst>
                  <a:gd name="T0" fmla="*/ 132 w 134"/>
                  <a:gd name="T1" fmla="*/ 16 h 118"/>
                  <a:gd name="T2" fmla="*/ 120 w 134"/>
                  <a:gd name="T3" fmla="*/ 4 h 118"/>
                  <a:gd name="T4" fmla="*/ 115 w 134"/>
                  <a:gd name="T5" fmla="*/ 4 h 118"/>
                  <a:gd name="T6" fmla="*/ 113 w 134"/>
                  <a:gd name="T7" fmla="*/ 8 h 118"/>
                  <a:gd name="T8" fmla="*/ 111 w 134"/>
                  <a:gd name="T9" fmla="*/ 8 h 118"/>
                  <a:gd name="T10" fmla="*/ 111 w 134"/>
                  <a:gd name="T11" fmla="*/ 8 h 118"/>
                  <a:gd name="T12" fmla="*/ 80 w 134"/>
                  <a:gd name="T13" fmla="*/ 39 h 118"/>
                  <a:gd name="T14" fmla="*/ 78 w 134"/>
                  <a:gd name="T15" fmla="*/ 47 h 118"/>
                  <a:gd name="T16" fmla="*/ 82 w 134"/>
                  <a:gd name="T17" fmla="*/ 50 h 118"/>
                  <a:gd name="T18" fmla="*/ 82 w 134"/>
                  <a:gd name="T19" fmla="*/ 50 h 118"/>
                  <a:gd name="T20" fmla="*/ 82 w 134"/>
                  <a:gd name="T21" fmla="*/ 50 h 118"/>
                  <a:gd name="T22" fmla="*/ 75 w 134"/>
                  <a:gd name="T23" fmla="*/ 57 h 118"/>
                  <a:gd name="T24" fmla="*/ 53 w 134"/>
                  <a:gd name="T25" fmla="*/ 35 h 118"/>
                  <a:gd name="T26" fmla="*/ 46 w 134"/>
                  <a:gd name="T27" fmla="*/ 9 h 118"/>
                  <a:gd name="T28" fmla="*/ 21 w 134"/>
                  <a:gd name="T29" fmla="*/ 2 h 118"/>
                  <a:gd name="T30" fmla="*/ 36 w 134"/>
                  <a:gd name="T31" fmla="*/ 17 h 118"/>
                  <a:gd name="T32" fmla="*/ 32 w 134"/>
                  <a:gd name="T33" fmla="*/ 32 h 118"/>
                  <a:gd name="T34" fmla="*/ 17 w 134"/>
                  <a:gd name="T35" fmla="*/ 36 h 118"/>
                  <a:gd name="T36" fmla="*/ 2 w 134"/>
                  <a:gd name="T37" fmla="*/ 21 h 118"/>
                  <a:gd name="T38" fmla="*/ 9 w 134"/>
                  <a:gd name="T39" fmla="*/ 46 h 118"/>
                  <a:gd name="T40" fmla="*/ 36 w 134"/>
                  <a:gd name="T41" fmla="*/ 53 h 118"/>
                  <a:gd name="T42" fmla="*/ 36 w 134"/>
                  <a:gd name="T43" fmla="*/ 53 h 118"/>
                  <a:gd name="T44" fmla="*/ 58 w 134"/>
                  <a:gd name="T45" fmla="*/ 74 h 118"/>
                  <a:gd name="T46" fmla="*/ 37 w 134"/>
                  <a:gd name="T47" fmla="*/ 95 h 118"/>
                  <a:gd name="T48" fmla="*/ 36 w 134"/>
                  <a:gd name="T49" fmla="*/ 94 h 118"/>
                  <a:gd name="T50" fmla="*/ 30 w 134"/>
                  <a:gd name="T51" fmla="*/ 99 h 118"/>
                  <a:gd name="T52" fmla="*/ 20 w 134"/>
                  <a:gd name="T53" fmla="*/ 114 h 118"/>
                  <a:gd name="T54" fmla="*/ 23 w 134"/>
                  <a:gd name="T55" fmla="*/ 116 h 118"/>
                  <a:gd name="T56" fmla="*/ 38 w 134"/>
                  <a:gd name="T57" fmla="*/ 107 h 118"/>
                  <a:gd name="T58" fmla="*/ 43 w 134"/>
                  <a:gd name="T59" fmla="*/ 101 h 118"/>
                  <a:gd name="T60" fmla="*/ 42 w 134"/>
                  <a:gd name="T61" fmla="*/ 100 h 118"/>
                  <a:gd name="T62" fmla="*/ 62 w 134"/>
                  <a:gd name="T63" fmla="*/ 79 h 118"/>
                  <a:gd name="T64" fmla="*/ 98 w 134"/>
                  <a:gd name="T65" fmla="*/ 114 h 118"/>
                  <a:gd name="T66" fmla="*/ 106 w 134"/>
                  <a:gd name="T67" fmla="*/ 118 h 118"/>
                  <a:gd name="T68" fmla="*/ 115 w 134"/>
                  <a:gd name="T69" fmla="*/ 114 h 118"/>
                  <a:gd name="T70" fmla="*/ 115 w 134"/>
                  <a:gd name="T71" fmla="*/ 97 h 118"/>
                  <a:gd name="T72" fmla="*/ 80 w 134"/>
                  <a:gd name="T73" fmla="*/ 62 h 118"/>
                  <a:gd name="T74" fmla="*/ 87 w 134"/>
                  <a:gd name="T75" fmla="*/ 55 h 118"/>
                  <a:gd name="T76" fmla="*/ 90 w 134"/>
                  <a:gd name="T77" fmla="*/ 58 h 118"/>
                  <a:gd name="T78" fmla="*/ 97 w 134"/>
                  <a:gd name="T79" fmla="*/ 56 h 118"/>
                  <a:gd name="T80" fmla="*/ 127 w 134"/>
                  <a:gd name="T81" fmla="*/ 26 h 118"/>
                  <a:gd name="T82" fmla="*/ 128 w 134"/>
                  <a:gd name="T83" fmla="*/ 25 h 118"/>
                  <a:gd name="T84" fmla="*/ 128 w 134"/>
                  <a:gd name="T85" fmla="*/ 25 h 118"/>
                  <a:gd name="T86" fmla="*/ 129 w 134"/>
                  <a:gd name="T87" fmla="*/ 23 h 118"/>
                  <a:gd name="T88" fmla="*/ 132 w 134"/>
                  <a:gd name="T89" fmla="*/ 22 h 118"/>
                  <a:gd name="T90" fmla="*/ 132 w 134"/>
                  <a:gd name="T91" fmla="*/ 16 h 118"/>
                  <a:gd name="T92" fmla="*/ 108 w 134"/>
                  <a:gd name="T93" fmla="*/ 103 h 118"/>
                  <a:gd name="T94" fmla="*/ 112 w 134"/>
                  <a:gd name="T95" fmla="*/ 108 h 118"/>
                  <a:gd name="T96" fmla="*/ 108 w 134"/>
                  <a:gd name="T97" fmla="*/ 112 h 118"/>
                  <a:gd name="T98" fmla="*/ 103 w 134"/>
                  <a:gd name="T99" fmla="*/ 108 h 118"/>
                  <a:gd name="T100" fmla="*/ 108 w 134"/>
                  <a:gd name="T101" fmla="*/ 103 h 118"/>
                  <a:gd name="T102" fmla="*/ 90 w 134"/>
                  <a:gd name="T103" fmla="*/ 41 h 118"/>
                  <a:gd name="T104" fmla="*/ 88 w 134"/>
                  <a:gd name="T105" fmla="*/ 39 h 118"/>
                  <a:gd name="T106" fmla="*/ 111 w 134"/>
                  <a:gd name="T107" fmla="*/ 16 h 118"/>
                  <a:gd name="T108" fmla="*/ 113 w 134"/>
                  <a:gd name="T109" fmla="*/ 18 h 118"/>
                  <a:gd name="T110" fmla="*/ 90 w 134"/>
                  <a:gd name="T111" fmla="*/ 41 h 118"/>
                  <a:gd name="T112" fmla="*/ 98 w 134"/>
                  <a:gd name="T113" fmla="*/ 48 h 118"/>
                  <a:gd name="T114" fmla="*/ 96 w 134"/>
                  <a:gd name="T115" fmla="*/ 46 h 118"/>
                  <a:gd name="T116" fmla="*/ 118 w 134"/>
                  <a:gd name="T117" fmla="*/ 23 h 118"/>
                  <a:gd name="T118" fmla="*/ 120 w 134"/>
                  <a:gd name="T119" fmla="*/ 25 h 118"/>
                  <a:gd name="T120" fmla="*/ 98 w 134"/>
                  <a:gd name="T121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4" h="118">
                    <a:moveTo>
                      <a:pt x="132" y="16"/>
                    </a:moveTo>
                    <a:cubicBezTo>
                      <a:pt x="120" y="4"/>
                      <a:pt x="120" y="4"/>
                      <a:pt x="120" y="4"/>
                    </a:cubicBezTo>
                    <a:cubicBezTo>
                      <a:pt x="119" y="2"/>
                      <a:pt x="116" y="2"/>
                      <a:pt x="115" y="4"/>
                    </a:cubicBezTo>
                    <a:cubicBezTo>
                      <a:pt x="114" y="5"/>
                      <a:pt x="113" y="6"/>
                      <a:pt x="113" y="8"/>
                    </a:cubicBezTo>
                    <a:cubicBezTo>
                      <a:pt x="113" y="8"/>
                      <a:pt x="112" y="8"/>
                      <a:pt x="111" y="8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81" y="42"/>
                      <a:pt x="80" y="44"/>
                      <a:pt x="78" y="47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6" y="26"/>
                      <a:pt x="53" y="16"/>
                      <a:pt x="46" y="9"/>
                    </a:cubicBezTo>
                    <a:cubicBezTo>
                      <a:pt x="39" y="2"/>
                      <a:pt x="30" y="0"/>
                      <a:pt x="21" y="2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2" y="39"/>
                      <a:pt x="9" y="46"/>
                    </a:cubicBezTo>
                    <a:cubicBezTo>
                      <a:pt x="16" y="54"/>
                      <a:pt x="27" y="56"/>
                      <a:pt x="36" y="53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37" y="95"/>
                      <a:pt x="37" y="95"/>
                      <a:pt x="37" y="95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0" y="99"/>
                      <a:pt x="30" y="99"/>
                      <a:pt x="30" y="99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3" y="116"/>
                      <a:pt x="23" y="116"/>
                      <a:pt x="23" y="11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98" y="114"/>
                      <a:pt x="98" y="114"/>
                      <a:pt x="98" y="114"/>
                    </a:cubicBezTo>
                    <a:cubicBezTo>
                      <a:pt x="100" y="117"/>
                      <a:pt x="103" y="118"/>
                      <a:pt x="106" y="118"/>
                    </a:cubicBezTo>
                    <a:cubicBezTo>
                      <a:pt x="110" y="118"/>
                      <a:pt x="113" y="117"/>
                      <a:pt x="115" y="114"/>
                    </a:cubicBezTo>
                    <a:cubicBezTo>
                      <a:pt x="120" y="110"/>
                      <a:pt x="120" y="102"/>
                      <a:pt x="115" y="97"/>
                    </a:cubicBezTo>
                    <a:cubicBezTo>
                      <a:pt x="80" y="62"/>
                      <a:pt x="80" y="62"/>
                      <a:pt x="80" y="62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92" y="56"/>
                      <a:pt x="95" y="56"/>
                      <a:pt x="97" y="56"/>
                    </a:cubicBezTo>
                    <a:cubicBezTo>
                      <a:pt x="127" y="26"/>
                      <a:pt x="127" y="26"/>
                      <a:pt x="127" y="26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28" y="25"/>
                      <a:pt x="129" y="24"/>
                      <a:pt x="129" y="23"/>
                    </a:cubicBezTo>
                    <a:cubicBezTo>
                      <a:pt x="130" y="23"/>
                      <a:pt x="131" y="23"/>
                      <a:pt x="132" y="22"/>
                    </a:cubicBezTo>
                    <a:cubicBezTo>
                      <a:pt x="134" y="20"/>
                      <a:pt x="134" y="17"/>
                      <a:pt x="132" y="16"/>
                    </a:cubicBezTo>
                    <a:close/>
                    <a:moveTo>
                      <a:pt x="108" y="103"/>
                    </a:moveTo>
                    <a:cubicBezTo>
                      <a:pt x="110" y="103"/>
                      <a:pt x="112" y="105"/>
                      <a:pt x="112" y="108"/>
                    </a:cubicBezTo>
                    <a:cubicBezTo>
                      <a:pt x="112" y="110"/>
                      <a:pt x="110" y="112"/>
                      <a:pt x="108" y="112"/>
                    </a:cubicBezTo>
                    <a:cubicBezTo>
                      <a:pt x="105" y="112"/>
                      <a:pt x="103" y="110"/>
                      <a:pt x="103" y="108"/>
                    </a:cubicBezTo>
                    <a:cubicBezTo>
                      <a:pt x="103" y="105"/>
                      <a:pt x="105" y="103"/>
                      <a:pt x="108" y="103"/>
                    </a:cubicBezTo>
                    <a:close/>
                    <a:moveTo>
                      <a:pt x="90" y="4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111" y="16"/>
                      <a:pt x="111" y="16"/>
                      <a:pt x="111" y="16"/>
                    </a:cubicBezTo>
                    <a:cubicBezTo>
                      <a:pt x="113" y="18"/>
                      <a:pt x="113" y="18"/>
                      <a:pt x="113" y="18"/>
                    </a:cubicBezTo>
                    <a:lnTo>
                      <a:pt x="90" y="41"/>
                    </a:lnTo>
                    <a:close/>
                    <a:moveTo>
                      <a:pt x="98" y="48"/>
                    </a:moveTo>
                    <a:cubicBezTo>
                      <a:pt x="96" y="46"/>
                      <a:pt x="96" y="46"/>
                      <a:pt x="96" y="46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8" y="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7160" tIns="68580" rIns="137160" bIns="685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A6DBB573-F634-42E1-AC57-1191DCAE8024}"/>
                </a:ext>
              </a:extLst>
            </p:cNvPr>
            <p:cNvSpPr/>
            <p:nvPr/>
          </p:nvSpPr>
          <p:spPr bwMode="auto">
            <a:xfrm>
              <a:off x="1668371" y="1575568"/>
              <a:ext cx="2640436" cy="623405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Xem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sản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phẩm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001F681E-A63B-93BC-1DB8-0F06B6D3896F}"/>
                </a:ext>
              </a:extLst>
            </p:cNvPr>
            <p:cNvSpPr/>
            <p:nvPr/>
          </p:nvSpPr>
          <p:spPr bwMode="auto">
            <a:xfrm>
              <a:off x="1065907" y="2872581"/>
              <a:ext cx="2640436" cy="602940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Đặt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hàng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BED2693B-410B-77B8-EC98-5C4CFA562F90}"/>
                </a:ext>
              </a:extLst>
            </p:cNvPr>
            <p:cNvSpPr/>
            <p:nvPr/>
          </p:nvSpPr>
          <p:spPr bwMode="auto">
            <a:xfrm>
              <a:off x="1624481" y="4161580"/>
              <a:ext cx="2357691" cy="586380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Giỏ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hàng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0F8B94E4-1261-7924-B2D6-CCAC923D851C}"/>
                </a:ext>
              </a:extLst>
            </p:cNvPr>
            <p:cNvSpPr/>
            <p:nvPr/>
          </p:nvSpPr>
          <p:spPr bwMode="auto">
            <a:xfrm flipH="1">
              <a:off x="8566000" y="1996259"/>
              <a:ext cx="2330672" cy="854271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Tìm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kiếm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,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lọc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sản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phẩm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F5293B73-7DF5-9EA4-2823-52939A30DA0A}"/>
                </a:ext>
              </a:extLst>
            </p:cNvPr>
            <p:cNvSpPr/>
            <p:nvPr/>
          </p:nvSpPr>
          <p:spPr bwMode="auto">
            <a:xfrm flipH="1">
              <a:off x="8104527" y="3587072"/>
              <a:ext cx="3038119" cy="922776"/>
            </a:xfrm>
            <a:custGeom>
              <a:avLst/>
              <a:gdLst>
                <a:gd name="T0" fmla="*/ 16 w 1028"/>
                <a:gd name="T1" fmla="*/ 0 h 522"/>
                <a:gd name="T2" fmla="*/ 941 w 1028"/>
                <a:gd name="T3" fmla="*/ 0 h 522"/>
                <a:gd name="T4" fmla="*/ 958 w 1028"/>
                <a:gd name="T5" fmla="*/ 16 h 522"/>
                <a:gd name="T6" fmla="*/ 958 w 1028"/>
                <a:gd name="T7" fmla="*/ 225 h 522"/>
                <a:gd name="T8" fmla="*/ 1028 w 1028"/>
                <a:gd name="T9" fmla="*/ 262 h 522"/>
                <a:gd name="T10" fmla="*/ 958 w 1028"/>
                <a:gd name="T11" fmla="*/ 302 h 522"/>
                <a:gd name="T12" fmla="*/ 958 w 1028"/>
                <a:gd name="T13" fmla="*/ 506 h 522"/>
                <a:gd name="T14" fmla="*/ 941 w 1028"/>
                <a:gd name="T15" fmla="*/ 522 h 522"/>
                <a:gd name="T16" fmla="*/ 16 w 1028"/>
                <a:gd name="T17" fmla="*/ 522 h 522"/>
                <a:gd name="T18" fmla="*/ 0 w 1028"/>
                <a:gd name="T19" fmla="*/ 506 h 522"/>
                <a:gd name="T20" fmla="*/ 0 w 1028"/>
                <a:gd name="T21" fmla="*/ 16 h 522"/>
                <a:gd name="T22" fmla="*/ 16 w 1028"/>
                <a:gd name="T23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8" h="522">
                  <a:moveTo>
                    <a:pt x="16" y="0"/>
                  </a:moveTo>
                  <a:cubicBezTo>
                    <a:pt x="941" y="0"/>
                    <a:pt x="941" y="0"/>
                    <a:pt x="941" y="0"/>
                  </a:cubicBezTo>
                  <a:cubicBezTo>
                    <a:pt x="950" y="0"/>
                    <a:pt x="958" y="7"/>
                    <a:pt x="958" y="16"/>
                  </a:cubicBezTo>
                  <a:cubicBezTo>
                    <a:pt x="958" y="225"/>
                    <a:pt x="958" y="225"/>
                    <a:pt x="958" y="225"/>
                  </a:cubicBezTo>
                  <a:cubicBezTo>
                    <a:pt x="1028" y="262"/>
                    <a:pt x="1028" y="262"/>
                    <a:pt x="1028" y="262"/>
                  </a:cubicBezTo>
                  <a:cubicBezTo>
                    <a:pt x="958" y="302"/>
                    <a:pt x="958" y="302"/>
                    <a:pt x="958" y="302"/>
                  </a:cubicBezTo>
                  <a:cubicBezTo>
                    <a:pt x="958" y="506"/>
                    <a:pt x="958" y="506"/>
                    <a:pt x="958" y="506"/>
                  </a:cubicBezTo>
                  <a:cubicBezTo>
                    <a:pt x="958" y="514"/>
                    <a:pt x="950" y="522"/>
                    <a:pt x="941" y="522"/>
                  </a:cubicBezTo>
                  <a:cubicBezTo>
                    <a:pt x="16" y="522"/>
                    <a:pt x="16" y="522"/>
                    <a:pt x="16" y="522"/>
                  </a:cubicBezTo>
                  <a:cubicBezTo>
                    <a:pt x="7" y="522"/>
                    <a:pt x="0" y="514"/>
                    <a:pt x="0" y="50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  Xem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thống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kê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sản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phẩm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hot,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giá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tốt</a:t>
              </a:r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 </a:t>
              </a:r>
              <a:r>
                <a:rPr lang="en-US" sz="2400" b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Muli Bold"/>
                </a:rPr>
                <a:t>nhất</a:t>
              </a:r>
              <a:endParaRPr lang="en-US" sz="2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endParaRPr>
            </a:p>
            <a:p>
              <a:pPr algn="ctr">
                <a:lnSpc>
                  <a:spcPct val="150000"/>
                </a:lnSpc>
              </a:pPr>
              <a:endPara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590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03874">
            <a:off x="-1180787" y="-2930543"/>
            <a:ext cx="10898092" cy="9741494"/>
          </a:xfrm>
          <a:custGeom>
            <a:avLst/>
            <a:gdLst/>
            <a:ahLst/>
            <a:cxnLst/>
            <a:rect l="l" t="t" r="r" b="b"/>
            <a:pathLst>
              <a:path w="10898092" h="9522208">
                <a:moveTo>
                  <a:pt x="0" y="0"/>
                </a:moveTo>
                <a:lnTo>
                  <a:pt x="10898093" y="0"/>
                </a:lnTo>
                <a:lnTo>
                  <a:pt x="10898093" y="9522208"/>
                </a:lnTo>
                <a:lnTo>
                  <a:pt x="0" y="9522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2155408" y="4272119"/>
            <a:ext cx="14608592" cy="1632550"/>
            <a:chOff x="0" y="-40"/>
            <a:chExt cx="19039660" cy="2176733"/>
          </a:xfrm>
        </p:grpSpPr>
        <p:sp>
          <p:nvSpPr>
            <p:cNvPr id="4" name="TextBox 4"/>
            <p:cNvSpPr txBox="1"/>
            <p:nvPr/>
          </p:nvSpPr>
          <p:spPr>
            <a:xfrm>
              <a:off x="0" y="-40"/>
              <a:ext cx="19039660" cy="1342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6000" b="1" dirty="0">
                  <a:solidFill>
                    <a:srgbClr val="FFFFFF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Linux Biolinum"/>
                </a:rPr>
                <a:t>CÀI ĐẶT VÀ TRIỂN KHAI SẢN PHẨM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63760"/>
              <a:ext cx="19039660" cy="41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9"/>
                </a:lnSpc>
              </a:pPr>
              <a:endParaRPr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5379165" y="2689067"/>
            <a:ext cx="6896521" cy="9125247"/>
          </a:xfrm>
          <a:custGeom>
            <a:avLst/>
            <a:gdLst/>
            <a:ahLst/>
            <a:cxnLst/>
            <a:rect l="l" t="t" r="r" b="b"/>
            <a:pathLst>
              <a:path w="6741277" h="9125247">
                <a:moveTo>
                  <a:pt x="0" y="0"/>
                </a:moveTo>
                <a:lnTo>
                  <a:pt x="6741276" y="0"/>
                </a:lnTo>
                <a:lnTo>
                  <a:pt x="6741276" y="9125248"/>
                </a:lnTo>
                <a:lnTo>
                  <a:pt x="0" y="912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19755" y="4124194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9" y="0"/>
                </a:lnTo>
                <a:lnTo>
                  <a:pt x="88253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03874">
            <a:off x="-1262775" y="-2893697"/>
            <a:ext cx="10898092" cy="9522208"/>
          </a:xfrm>
          <a:custGeom>
            <a:avLst/>
            <a:gdLst/>
            <a:ahLst/>
            <a:cxnLst/>
            <a:rect l="l" t="t" r="r" b="b"/>
            <a:pathLst>
              <a:path w="10898092" h="9522208">
                <a:moveTo>
                  <a:pt x="0" y="0"/>
                </a:moveTo>
                <a:lnTo>
                  <a:pt x="10898093" y="0"/>
                </a:lnTo>
                <a:lnTo>
                  <a:pt x="10898093" y="9522208"/>
                </a:lnTo>
                <a:lnTo>
                  <a:pt x="0" y="9522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35102" y="4095915"/>
            <a:ext cx="11897307" cy="242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Cảm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ơn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thầy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cô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và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các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bạn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đã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lắng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nghe</a:t>
            </a:r>
            <a:r>
              <a:rPr lang="en-US" sz="6999" b="1" dirty="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Muli Bold"/>
              </a:rPr>
              <a:t>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613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Noto Sans</vt:lpstr>
      <vt:lpstr>Fahkwang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Thương hiệu Vạn Niên</dc:title>
  <cp:lastModifiedBy>Thai Tran Van</cp:lastModifiedBy>
  <cp:revision>4</cp:revision>
  <dcterms:created xsi:type="dcterms:W3CDTF">2006-08-16T00:00:00Z</dcterms:created>
  <dcterms:modified xsi:type="dcterms:W3CDTF">2025-06-16T13:02:31Z</dcterms:modified>
  <dc:identifier>DAGqVt7zxF8</dc:identifier>
</cp:coreProperties>
</file>