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Fahkwang Bold" charset="1" panose="00000800000000000000"/>
      <p:regular r:id="rId8"/>
    </p:embeddedFont>
    <p:embeddedFont>
      <p:font typeface="Fahkwang" charset="1" panose="00000500000000000000"/>
      <p:regular r:id="rId9"/>
    </p:embeddedFont>
    <p:embeddedFont>
      <p:font typeface="Linux Biolinum" charset="1" panose="02000503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87688">
            <a:off x="10282257" y="5034286"/>
            <a:ext cx="8922358" cy="9404330"/>
          </a:xfrm>
          <a:custGeom>
            <a:avLst/>
            <a:gdLst/>
            <a:ahLst/>
            <a:cxnLst/>
            <a:rect r="r" b="b" t="t" l="l"/>
            <a:pathLst>
              <a:path h="9404330" w="8922358">
                <a:moveTo>
                  <a:pt x="0" y="0"/>
                </a:moveTo>
                <a:lnTo>
                  <a:pt x="8922358" y="0"/>
                </a:lnTo>
                <a:lnTo>
                  <a:pt x="8922358" y="9404330"/>
                </a:lnTo>
                <a:lnTo>
                  <a:pt x="0" y="9404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013544">
            <a:off x="-1834628" y="-2396987"/>
            <a:ext cx="8825308" cy="8229600"/>
          </a:xfrm>
          <a:custGeom>
            <a:avLst/>
            <a:gdLst/>
            <a:ahLst/>
            <a:cxnLst/>
            <a:rect r="r" b="b" t="t" l="l"/>
            <a:pathLst>
              <a:path h="8229600" w="8825308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412360" y="4923335"/>
            <a:ext cx="2938350" cy="1125178"/>
            <a:chOff x="0" y="0"/>
            <a:chExt cx="3917800" cy="150023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0"/>
              <a:ext cx="3917800" cy="426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Song Hân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6445" y="595501"/>
              <a:ext cx="3884910" cy="1087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Nhà sáng lập và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Giám đốc điều hành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Công ty Phú Sang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86015" y="3510461"/>
            <a:ext cx="10115971" cy="3676643"/>
            <a:chOff x="0" y="0"/>
            <a:chExt cx="13487961" cy="490219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26524"/>
              <a:ext cx="13487961" cy="4469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99"/>
                </a:lnSpc>
              </a:pPr>
              <a:r>
                <a:rPr lang="en-US" sz="7332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KHẢ NĂNG LÃNH ĐẠO TRONG KHỦNG HOẢNG</a:t>
              </a:r>
            </a:p>
            <a:p>
              <a:pPr algn="ctr">
                <a:lnSpc>
                  <a:spcPts val="879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201044"/>
              <a:ext cx="13487961" cy="707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Dẫn dắt tổ chức của bạn giữa tình hình bất ổn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67246" y="5101114"/>
            <a:ext cx="248259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Ngày 9/8/2025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9 giờ sáng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53988" y="8879657"/>
            <a:ext cx="4936403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Fahkwang Bold"/>
                <a:ea typeface="Fahkwang Bold"/>
                <a:cs typeface="Fahkwang Bold"/>
                <a:sym typeface="Fahkwang Bold"/>
              </a:rPr>
              <a:t>www.trangwebhay.vn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540618" y="1028700"/>
            <a:ext cx="3363144" cy="966607"/>
            <a:chOff x="0" y="0"/>
            <a:chExt cx="4484191" cy="128881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26742"/>
              <a:ext cx="4484191" cy="865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 spc="57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THƯƠNG HIỆU VẠN NIÊN</a:t>
              </a:r>
            </a:p>
            <a:p>
              <a:pPr algn="ctr">
                <a:lnSpc>
                  <a:spcPts val="2660"/>
                </a:lnSpc>
              </a:pP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1825202" y="0"/>
              <a:ext cx="625283" cy="625283"/>
            </a:xfrm>
            <a:custGeom>
              <a:avLst/>
              <a:gdLst/>
              <a:ahLst/>
              <a:cxnLst/>
              <a:rect r="r" b="b" t="t" l="l"/>
              <a:pathLst>
                <a:path h="625283" w="625283">
                  <a:moveTo>
                    <a:pt x="0" y="0"/>
                  </a:moveTo>
                  <a:lnTo>
                    <a:pt x="625283" y="0"/>
                  </a:lnTo>
                  <a:lnTo>
                    <a:pt x="625283" y="625283"/>
                  </a:lnTo>
                  <a:lnTo>
                    <a:pt x="0" y="625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8402807" cy="2499686"/>
            <a:chOff x="0" y="0"/>
            <a:chExt cx="11203743" cy="333291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11203743" cy="1969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19"/>
                </a:lnSpc>
              </a:pPr>
              <a:r>
                <a:rPr lang="en-US" sz="9599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QUY ĐỊNH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19456"/>
              <a:ext cx="11203743" cy="1118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7"/>
                </a:lnSpc>
              </a:pPr>
              <a:r>
                <a:rPr lang="en-US" sz="2575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Trong khi chờ đợi những người khác tham gia,</a:t>
              </a:r>
            </a:p>
            <a:p>
              <a:pPr algn="l">
                <a:lnSpc>
                  <a:spcPts val="3347"/>
                </a:lnSpc>
              </a:pPr>
              <a:r>
                <a:rPr lang="en-US" sz="2575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đây là một số quy tắc và nhắc nhở cần thuộc lòng.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00573" y="5140337"/>
            <a:ext cx="8358727" cy="533375"/>
            <a:chOff x="0" y="0"/>
            <a:chExt cx="11144969" cy="71116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03453"/>
              <a:ext cx="681633" cy="1499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9"/>
                </a:lnSpc>
              </a:pPr>
            </a:p>
            <a:p>
              <a:pPr algn="l">
                <a:lnSpc>
                  <a:spcPts val="2989"/>
                </a:lnSpc>
              </a:pPr>
              <a:r>
                <a:rPr lang="en-US" b="true" sz="229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01</a:t>
              </a:r>
            </a:p>
            <a:p>
              <a:pPr algn="l">
                <a:lnSpc>
                  <a:spcPts val="298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462829" y="44998"/>
              <a:ext cx="9682140" cy="588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Tắt máy ảnh và micro.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00573" y="6330149"/>
            <a:ext cx="8358727" cy="888662"/>
            <a:chOff x="0" y="0"/>
            <a:chExt cx="11144969" cy="118488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64831"/>
              <a:ext cx="800199" cy="1499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9"/>
                </a:lnSpc>
              </a:pPr>
            </a:p>
            <a:p>
              <a:pPr algn="l">
                <a:lnSpc>
                  <a:spcPts val="2989"/>
                </a:lnSpc>
              </a:pPr>
              <a:r>
                <a:rPr lang="en-US" b="true" sz="229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02</a:t>
              </a:r>
            </a:p>
            <a:p>
              <a:pPr algn="l">
                <a:lnSpc>
                  <a:spcPts val="298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462829" y="-19275"/>
              <a:ext cx="9682140" cy="1204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Thoải mái gõ câu hỏi của bạn vào</a:t>
              </a:r>
            </a:p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hộp hội thoại.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00573" y="8040093"/>
            <a:ext cx="8358727" cy="888662"/>
            <a:chOff x="0" y="0"/>
            <a:chExt cx="11144969" cy="118488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71887"/>
              <a:ext cx="797223" cy="1499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9"/>
                </a:lnSpc>
              </a:pPr>
            </a:p>
            <a:p>
              <a:pPr algn="l">
                <a:lnSpc>
                  <a:spcPts val="2989"/>
                </a:lnSpc>
              </a:pPr>
              <a:r>
                <a:rPr lang="en-US" b="true" sz="229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03</a:t>
              </a:r>
            </a:p>
            <a:p>
              <a:pPr algn="l">
                <a:lnSpc>
                  <a:spcPts val="2989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62829" y="-19275"/>
              <a:ext cx="9682140" cy="1204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Các câu hỏi sẽ được giải đáp tại</a:t>
              </a:r>
            </a:p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mục Hỏi-Đáp sau bài thuyết trình.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0">
            <a:off x="8900573" y="5951076"/>
            <a:ext cx="835872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0">
            <a:off x="8900573" y="7641679"/>
            <a:ext cx="835872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DAGqVt7zxF8</dc:identifier>
  <dcterms:modified xsi:type="dcterms:W3CDTF">2011-08-01T06:04:30Z</dcterms:modified>
  <cp:revision>1</cp:revision>
</cp:coreProperties>
</file>